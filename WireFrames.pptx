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29FE6F-CF1D-4B25-B8D7-B8E7C4302FF4}" type="doc">
      <dgm:prSet loTypeId="urn:microsoft.com/office/officeart/2024/layout/NumberedTitleCardList#1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8DF93F-82D6-413C-951F-B302681FB22E}">
      <dgm:prSet phldrT="[Text]" phldr="0"/>
      <dgm:spPr/>
      <dgm:t>
        <a:bodyPr/>
        <a:lstStyle/>
        <a:p>
          <a:r>
            <a:rPr lang="en-US" dirty="0"/>
            <a:t>Attraction</a:t>
          </a:r>
        </a:p>
      </dgm:t>
    </dgm:pt>
    <dgm:pt modelId="{32D5881E-3238-417C-A5F1-A995BE2954B6}" type="parTrans" cxnId="{DF88732C-3CAE-400F-9713-7CEAB4A50D1B}">
      <dgm:prSet/>
      <dgm:spPr/>
      <dgm:t>
        <a:bodyPr/>
        <a:lstStyle/>
        <a:p>
          <a:endParaRPr lang="en-US"/>
        </a:p>
      </dgm:t>
    </dgm:pt>
    <dgm:pt modelId="{974EA522-9425-4DA2-824F-FCF7B96579C8}" type="sibTrans" cxnId="{DF88732C-3CAE-400F-9713-7CEAB4A50D1B}">
      <dgm:prSet phldrT="01" phldr="0"/>
      <dgm:spPr/>
      <dgm:t>
        <a:bodyPr/>
        <a:lstStyle/>
        <a:p>
          <a:r>
            <a:t>01</a:t>
          </a:r>
        </a:p>
      </dgm:t>
    </dgm:pt>
    <dgm:pt modelId="{35D71C35-63D5-4C15-9A64-61BFE09B9887}">
      <dgm:prSet phldrT="[Text]" phldr="0"/>
      <dgm:spPr/>
      <dgm:t>
        <a:bodyPr/>
        <a:lstStyle/>
        <a:p>
          <a:r>
            <a:rPr lang="en-US" dirty="0"/>
            <a:t>Attraction</a:t>
          </a:r>
        </a:p>
      </dgm:t>
    </dgm:pt>
    <dgm:pt modelId="{788C600A-672C-4D9E-A2D4-CF70FD642403}" type="parTrans" cxnId="{546CCDBC-84D1-495B-84D4-55AE5609C1E3}">
      <dgm:prSet/>
      <dgm:spPr/>
      <dgm:t>
        <a:bodyPr/>
        <a:lstStyle/>
        <a:p>
          <a:endParaRPr lang="en-US"/>
        </a:p>
      </dgm:t>
    </dgm:pt>
    <dgm:pt modelId="{F9FD5971-7E8E-42F3-9FBD-C9CD8D0ECCA7}" type="sibTrans" cxnId="{546CCDBC-84D1-495B-84D4-55AE5609C1E3}">
      <dgm:prSet phldrT="02" phldr="0"/>
      <dgm:spPr/>
      <dgm:t>
        <a:bodyPr/>
        <a:lstStyle/>
        <a:p>
          <a:r>
            <a:t>02</a:t>
          </a:r>
        </a:p>
      </dgm:t>
    </dgm:pt>
    <dgm:pt modelId="{7AD74A58-393D-48E6-B8A3-FE259B9BF593}">
      <dgm:prSet phldrT="[Text]" phldr="0"/>
      <dgm:spPr/>
      <dgm:t>
        <a:bodyPr/>
        <a:lstStyle/>
        <a:p>
          <a:r>
            <a:rPr lang="en-US" dirty="0"/>
            <a:t>Attraction</a:t>
          </a:r>
        </a:p>
      </dgm:t>
    </dgm:pt>
    <dgm:pt modelId="{C54121FF-31AE-4F86-B443-516227FF5EA2}" type="parTrans" cxnId="{25F78DCF-8BAF-4AB3-A341-4CE4D68D123C}">
      <dgm:prSet/>
      <dgm:spPr/>
      <dgm:t>
        <a:bodyPr/>
        <a:lstStyle/>
        <a:p>
          <a:endParaRPr lang="en-US"/>
        </a:p>
      </dgm:t>
    </dgm:pt>
    <dgm:pt modelId="{3057D1C7-1D4C-4F83-A791-72E13E6E319E}" type="sibTrans" cxnId="{25F78DCF-8BAF-4AB3-A341-4CE4D68D123C}">
      <dgm:prSet phldrT="03" phldr="0"/>
      <dgm:spPr/>
      <dgm:t>
        <a:bodyPr/>
        <a:lstStyle/>
        <a:p>
          <a:r>
            <a:t>03</a:t>
          </a:r>
        </a:p>
      </dgm:t>
    </dgm:pt>
    <dgm:pt modelId="{DD68BC66-E585-4195-937C-E89190648D0E}">
      <dgm:prSet phldrT="[Text]" phldr="0"/>
      <dgm:spPr/>
      <dgm:t>
        <a:bodyPr/>
        <a:lstStyle/>
        <a:p>
          <a:r>
            <a:rPr lang="en-US" dirty="0"/>
            <a:t>Attraction</a:t>
          </a:r>
        </a:p>
      </dgm:t>
    </dgm:pt>
    <dgm:pt modelId="{F7279081-E139-4B85-A49E-83D05D755C32}" type="parTrans" cxnId="{3099E17F-5E33-4163-9C5A-D04E69F0BF97}">
      <dgm:prSet/>
      <dgm:spPr/>
      <dgm:t>
        <a:bodyPr/>
        <a:lstStyle/>
        <a:p>
          <a:endParaRPr lang="en-US"/>
        </a:p>
      </dgm:t>
    </dgm:pt>
    <dgm:pt modelId="{C1DDB3B3-D573-4DF8-864C-38568C55D2C5}" type="sibTrans" cxnId="{3099E17F-5E33-4163-9C5A-D04E69F0BF97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17B8D686-9DD8-4046-AF99-AA412D0B8058}" type="pres">
      <dgm:prSet presAssocID="{6A29FE6F-CF1D-4B25-B8D7-B8E7C4302FF4}" presName="Name0" presStyleCnt="0">
        <dgm:presLayoutVars>
          <dgm:dir/>
          <dgm:animLvl val="lvl"/>
          <dgm:resizeHandles val="exact"/>
        </dgm:presLayoutVars>
      </dgm:prSet>
      <dgm:spPr/>
    </dgm:pt>
    <dgm:pt modelId="{AF7435F3-1CA5-438C-B3EC-F2751192072D}" type="pres">
      <dgm:prSet presAssocID="{608DF93F-82D6-413C-951F-B302681FB22E}" presName="compositeNode" presStyleCnt="0">
        <dgm:presLayoutVars>
          <dgm:bulletEnabled val="1"/>
        </dgm:presLayoutVars>
      </dgm:prSet>
      <dgm:spPr/>
    </dgm:pt>
    <dgm:pt modelId="{E1D45850-A819-4D5D-909C-59987E803188}" type="pres">
      <dgm:prSet presAssocID="{608DF93F-82D6-413C-951F-B302681FB22E}" presName="bgRect" presStyleLbl="fgAcc1" presStyleIdx="0" presStyleCnt="4"/>
      <dgm:spPr/>
    </dgm:pt>
    <dgm:pt modelId="{4D756AF7-EA41-4A96-BA28-7CEE50ED56F2}" type="pres">
      <dgm:prSet presAssocID="{974EA522-9425-4DA2-824F-FCF7B96579C8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322E0260-9108-490B-A3C3-EA522DAAEBF4}" type="pres">
      <dgm:prSet presAssocID="{608DF93F-82D6-413C-951F-B302681FB22E}" presName="nodeRect" presStyleLbl="parChTrans1D1" presStyleIdx="0" presStyleCnt="0">
        <dgm:presLayoutVars>
          <dgm:bulletEnabled val="1"/>
        </dgm:presLayoutVars>
      </dgm:prSet>
      <dgm:spPr/>
    </dgm:pt>
    <dgm:pt modelId="{1251D6BD-B646-4DDB-915E-BD3E8EA67C3F}" type="pres">
      <dgm:prSet presAssocID="{974EA522-9425-4DA2-824F-FCF7B96579C8}" presName="sibTrans" presStyleCnt="0"/>
      <dgm:spPr/>
    </dgm:pt>
    <dgm:pt modelId="{338657C2-9A6C-4519-A1E0-696545AA3702}" type="pres">
      <dgm:prSet presAssocID="{35D71C35-63D5-4C15-9A64-61BFE09B9887}" presName="compositeNode" presStyleCnt="0">
        <dgm:presLayoutVars>
          <dgm:bulletEnabled val="1"/>
        </dgm:presLayoutVars>
      </dgm:prSet>
      <dgm:spPr/>
    </dgm:pt>
    <dgm:pt modelId="{392BC956-2EFA-4648-B145-04DF5C384805}" type="pres">
      <dgm:prSet presAssocID="{35D71C35-63D5-4C15-9A64-61BFE09B9887}" presName="bgRect" presStyleLbl="fgAcc1" presStyleIdx="1" presStyleCnt="4" custLinFactNeighborX="-374" custLinFactNeighborY="775"/>
      <dgm:spPr/>
    </dgm:pt>
    <dgm:pt modelId="{9191CBA9-1080-4286-81F4-05954BB978B7}" type="pres">
      <dgm:prSet presAssocID="{F9FD5971-7E8E-42F3-9FBD-C9CD8D0ECCA7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51E86630-2226-4C94-A4EF-2F865B727C25}" type="pres">
      <dgm:prSet presAssocID="{35D71C35-63D5-4C15-9A64-61BFE09B9887}" presName="nodeRect" presStyleLbl="parChTrans1D1" presStyleIdx="0" presStyleCnt="0">
        <dgm:presLayoutVars>
          <dgm:bulletEnabled val="1"/>
        </dgm:presLayoutVars>
      </dgm:prSet>
      <dgm:spPr/>
    </dgm:pt>
    <dgm:pt modelId="{23850D6E-16AC-4ABC-BFFB-32593ED8C82B}" type="pres">
      <dgm:prSet presAssocID="{F9FD5971-7E8E-42F3-9FBD-C9CD8D0ECCA7}" presName="sibTrans" presStyleCnt="0"/>
      <dgm:spPr/>
    </dgm:pt>
    <dgm:pt modelId="{FFF1E6BC-023B-4A3C-8681-3ED750586EA8}" type="pres">
      <dgm:prSet presAssocID="{7AD74A58-393D-48E6-B8A3-FE259B9BF593}" presName="compositeNode" presStyleCnt="0">
        <dgm:presLayoutVars>
          <dgm:bulletEnabled val="1"/>
        </dgm:presLayoutVars>
      </dgm:prSet>
      <dgm:spPr/>
    </dgm:pt>
    <dgm:pt modelId="{5A0DCF55-63E4-4649-89BD-A31BA79B553D}" type="pres">
      <dgm:prSet presAssocID="{7AD74A58-393D-48E6-B8A3-FE259B9BF593}" presName="bgRect" presStyleLbl="fgAcc1" presStyleIdx="2" presStyleCnt="4"/>
      <dgm:spPr/>
    </dgm:pt>
    <dgm:pt modelId="{5BFC3CB4-DA66-4A17-B09D-2BACBAEFE8E9}" type="pres">
      <dgm:prSet presAssocID="{3057D1C7-1D4C-4F83-A791-72E13E6E319E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E4C590EC-742E-4392-A90B-D985B8E7745F}" type="pres">
      <dgm:prSet presAssocID="{7AD74A58-393D-48E6-B8A3-FE259B9BF593}" presName="nodeRect" presStyleLbl="parChTrans1D1" presStyleIdx="0" presStyleCnt="0">
        <dgm:presLayoutVars>
          <dgm:bulletEnabled val="1"/>
        </dgm:presLayoutVars>
      </dgm:prSet>
      <dgm:spPr/>
    </dgm:pt>
    <dgm:pt modelId="{FDD12C8B-2A19-4806-A604-697DCC1C298A}" type="pres">
      <dgm:prSet presAssocID="{3057D1C7-1D4C-4F83-A791-72E13E6E319E}" presName="sibTrans" presStyleCnt="0"/>
      <dgm:spPr/>
    </dgm:pt>
    <dgm:pt modelId="{D16E9CFF-51EE-442C-AF60-7B7E428D97F8}" type="pres">
      <dgm:prSet presAssocID="{DD68BC66-E585-4195-937C-E89190648D0E}" presName="compositeNode" presStyleCnt="0">
        <dgm:presLayoutVars>
          <dgm:bulletEnabled val="1"/>
        </dgm:presLayoutVars>
      </dgm:prSet>
      <dgm:spPr/>
    </dgm:pt>
    <dgm:pt modelId="{B32EDB05-CE43-4E95-B079-C9DBFA9C7C8B}" type="pres">
      <dgm:prSet presAssocID="{DD68BC66-E585-4195-937C-E89190648D0E}" presName="bgRect" presStyleLbl="fgAcc1" presStyleIdx="3" presStyleCnt="4" custLinFactNeighborX="2009"/>
      <dgm:spPr/>
    </dgm:pt>
    <dgm:pt modelId="{BAD1B6BB-C3DD-4F24-8113-8243859524E0}" type="pres">
      <dgm:prSet presAssocID="{C1DDB3B3-D573-4DF8-864C-38568C55D2C5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58B78DF2-9C69-406B-BF90-73656D0DEA6C}" type="pres">
      <dgm:prSet presAssocID="{DD68BC66-E585-4195-937C-E89190648D0E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D0DB9A00-397F-4DB3-A8AE-69707B13F2B6}" type="presOf" srcId="{974EA522-9425-4DA2-824F-FCF7B96579C8}" destId="{4D756AF7-EA41-4A96-BA28-7CEE50ED56F2}" srcOrd="0" destOrd="0" presId="urn:microsoft.com/office/officeart/2024/layout/NumberedTitleCardList#1"/>
    <dgm:cxn modelId="{E9EF700E-CAC6-46FE-9209-3AC6722069FD}" type="presOf" srcId="{7AD74A58-393D-48E6-B8A3-FE259B9BF593}" destId="{5A0DCF55-63E4-4649-89BD-A31BA79B553D}" srcOrd="0" destOrd="0" presId="urn:microsoft.com/office/officeart/2024/layout/NumberedTitleCardList#1"/>
    <dgm:cxn modelId="{DF88732C-3CAE-400F-9713-7CEAB4A50D1B}" srcId="{6A29FE6F-CF1D-4B25-B8D7-B8E7C4302FF4}" destId="{608DF93F-82D6-413C-951F-B302681FB22E}" srcOrd="0" destOrd="0" parTransId="{32D5881E-3238-417C-A5F1-A995BE2954B6}" sibTransId="{974EA522-9425-4DA2-824F-FCF7B96579C8}"/>
    <dgm:cxn modelId="{CE32EC73-ABC5-4B9D-894A-91EBB95CA8F8}" type="presOf" srcId="{DD68BC66-E585-4195-937C-E89190648D0E}" destId="{B32EDB05-CE43-4E95-B079-C9DBFA9C7C8B}" srcOrd="0" destOrd="0" presId="urn:microsoft.com/office/officeart/2024/layout/NumberedTitleCardList#1"/>
    <dgm:cxn modelId="{9BEA9E57-6ACF-4F71-AD52-340CCABF321B}" type="presOf" srcId="{608DF93F-82D6-413C-951F-B302681FB22E}" destId="{E1D45850-A819-4D5D-909C-59987E803188}" srcOrd="0" destOrd="0" presId="urn:microsoft.com/office/officeart/2024/layout/NumberedTitleCardList#1"/>
    <dgm:cxn modelId="{0454165A-A046-4847-A76D-B43839CA24E0}" type="presOf" srcId="{7AD74A58-393D-48E6-B8A3-FE259B9BF593}" destId="{E4C590EC-742E-4392-A90B-D985B8E7745F}" srcOrd="1" destOrd="0" presId="urn:microsoft.com/office/officeart/2024/layout/NumberedTitleCardList#1"/>
    <dgm:cxn modelId="{E474F65A-F4EE-49A3-B159-30CE3F9F59DA}" type="presOf" srcId="{608DF93F-82D6-413C-951F-B302681FB22E}" destId="{322E0260-9108-490B-A3C3-EA522DAAEBF4}" srcOrd="1" destOrd="0" presId="urn:microsoft.com/office/officeart/2024/layout/NumberedTitleCardList#1"/>
    <dgm:cxn modelId="{E480247E-5D59-47C6-BE26-B75A7D207E99}" type="presOf" srcId="{F9FD5971-7E8E-42F3-9FBD-C9CD8D0ECCA7}" destId="{9191CBA9-1080-4286-81F4-05954BB978B7}" srcOrd="0" destOrd="0" presId="urn:microsoft.com/office/officeart/2024/layout/NumberedTitleCardList#1"/>
    <dgm:cxn modelId="{3099E17F-5E33-4163-9C5A-D04E69F0BF97}" srcId="{6A29FE6F-CF1D-4B25-B8D7-B8E7C4302FF4}" destId="{DD68BC66-E585-4195-937C-E89190648D0E}" srcOrd="3" destOrd="0" parTransId="{F7279081-E139-4B85-A49E-83D05D755C32}" sibTransId="{C1DDB3B3-D573-4DF8-864C-38568C55D2C5}"/>
    <dgm:cxn modelId="{ADEF1587-1F06-4AF6-9028-CBD71ADB48DB}" type="presOf" srcId="{C1DDB3B3-D573-4DF8-864C-38568C55D2C5}" destId="{BAD1B6BB-C3DD-4F24-8113-8243859524E0}" srcOrd="0" destOrd="0" presId="urn:microsoft.com/office/officeart/2024/layout/NumberedTitleCardList#1"/>
    <dgm:cxn modelId="{628853A3-91AF-4478-B327-8951F15DEB46}" type="presOf" srcId="{35D71C35-63D5-4C15-9A64-61BFE09B9887}" destId="{392BC956-2EFA-4648-B145-04DF5C384805}" srcOrd="0" destOrd="0" presId="urn:microsoft.com/office/officeart/2024/layout/NumberedTitleCardList#1"/>
    <dgm:cxn modelId="{546CCDBC-84D1-495B-84D4-55AE5609C1E3}" srcId="{6A29FE6F-CF1D-4B25-B8D7-B8E7C4302FF4}" destId="{35D71C35-63D5-4C15-9A64-61BFE09B9887}" srcOrd="1" destOrd="0" parTransId="{788C600A-672C-4D9E-A2D4-CF70FD642403}" sibTransId="{F9FD5971-7E8E-42F3-9FBD-C9CD8D0ECCA7}"/>
    <dgm:cxn modelId="{25F78DCF-8BAF-4AB3-A341-4CE4D68D123C}" srcId="{6A29FE6F-CF1D-4B25-B8D7-B8E7C4302FF4}" destId="{7AD74A58-393D-48E6-B8A3-FE259B9BF593}" srcOrd="2" destOrd="0" parTransId="{C54121FF-31AE-4F86-B443-516227FF5EA2}" sibTransId="{3057D1C7-1D4C-4F83-A791-72E13E6E319E}"/>
    <dgm:cxn modelId="{FF3811E5-12CE-485B-9482-2A9D9E8CC729}" type="presOf" srcId="{DD68BC66-E585-4195-937C-E89190648D0E}" destId="{58B78DF2-9C69-406B-BF90-73656D0DEA6C}" srcOrd="1" destOrd="0" presId="urn:microsoft.com/office/officeart/2024/layout/NumberedTitleCardList#1"/>
    <dgm:cxn modelId="{B82D79E8-72B7-404B-B4B8-E589AD99F417}" type="presOf" srcId="{35D71C35-63D5-4C15-9A64-61BFE09B9887}" destId="{51E86630-2226-4C94-A4EF-2F865B727C25}" srcOrd="1" destOrd="0" presId="urn:microsoft.com/office/officeart/2024/layout/NumberedTitleCardList#1"/>
    <dgm:cxn modelId="{F477E6F3-158D-4167-8F28-69B5504BCD02}" type="presOf" srcId="{6A29FE6F-CF1D-4B25-B8D7-B8E7C4302FF4}" destId="{17B8D686-9DD8-4046-AF99-AA412D0B8058}" srcOrd="0" destOrd="0" presId="urn:microsoft.com/office/officeart/2024/layout/NumberedTitleCardList#1"/>
    <dgm:cxn modelId="{3F1479F7-4D84-49C9-A6A8-DF962126C4ED}" type="presOf" srcId="{3057D1C7-1D4C-4F83-A791-72E13E6E319E}" destId="{5BFC3CB4-DA66-4A17-B09D-2BACBAEFE8E9}" srcOrd="0" destOrd="0" presId="urn:microsoft.com/office/officeart/2024/layout/NumberedTitleCardList#1"/>
    <dgm:cxn modelId="{F45BF6B1-7864-4444-AF5D-4F6E0671400A}" type="presParOf" srcId="{17B8D686-9DD8-4046-AF99-AA412D0B8058}" destId="{AF7435F3-1CA5-438C-B3EC-F2751192072D}" srcOrd="0" destOrd="0" presId="urn:microsoft.com/office/officeart/2024/layout/NumberedTitleCardList#1"/>
    <dgm:cxn modelId="{72D877F6-28B4-4307-841D-CF8917ADB165}" type="presParOf" srcId="{AF7435F3-1CA5-438C-B3EC-F2751192072D}" destId="{E1D45850-A819-4D5D-909C-59987E803188}" srcOrd="0" destOrd="0" presId="urn:microsoft.com/office/officeart/2024/layout/NumberedTitleCardList#1"/>
    <dgm:cxn modelId="{0B9549FC-D05B-424C-9EB2-AD41595B6B60}" type="presParOf" srcId="{AF7435F3-1CA5-438C-B3EC-F2751192072D}" destId="{4D756AF7-EA41-4A96-BA28-7CEE50ED56F2}" srcOrd="1" destOrd="0" presId="urn:microsoft.com/office/officeart/2024/layout/NumberedTitleCardList#1"/>
    <dgm:cxn modelId="{927528E2-E276-4C46-8E57-0FC43F55B3BA}" type="presParOf" srcId="{AF7435F3-1CA5-438C-B3EC-F2751192072D}" destId="{322E0260-9108-490B-A3C3-EA522DAAEBF4}" srcOrd="2" destOrd="0" presId="urn:microsoft.com/office/officeart/2024/layout/NumberedTitleCardList#1"/>
    <dgm:cxn modelId="{14D1B2BE-AEA0-42BC-A634-815C198D2E14}" type="presParOf" srcId="{17B8D686-9DD8-4046-AF99-AA412D0B8058}" destId="{1251D6BD-B646-4DDB-915E-BD3E8EA67C3F}" srcOrd="1" destOrd="0" presId="urn:microsoft.com/office/officeart/2024/layout/NumberedTitleCardList#1"/>
    <dgm:cxn modelId="{E8ECAFC1-82C1-4074-B347-7BBA1BE79EEB}" type="presParOf" srcId="{17B8D686-9DD8-4046-AF99-AA412D0B8058}" destId="{338657C2-9A6C-4519-A1E0-696545AA3702}" srcOrd="2" destOrd="0" presId="urn:microsoft.com/office/officeart/2024/layout/NumberedTitleCardList#1"/>
    <dgm:cxn modelId="{1E7EFA0D-7F09-49EA-B855-7D907456C913}" type="presParOf" srcId="{338657C2-9A6C-4519-A1E0-696545AA3702}" destId="{392BC956-2EFA-4648-B145-04DF5C384805}" srcOrd="0" destOrd="0" presId="urn:microsoft.com/office/officeart/2024/layout/NumberedTitleCardList#1"/>
    <dgm:cxn modelId="{D0B60B94-C6B2-4A43-A747-926A9171A942}" type="presParOf" srcId="{338657C2-9A6C-4519-A1E0-696545AA3702}" destId="{9191CBA9-1080-4286-81F4-05954BB978B7}" srcOrd="1" destOrd="0" presId="urn:microsoft.com/office/officeart/2024/layout/NumberedTitleCardList#1"/>
    <dgm:cxn modelId="{D48B27C4-7D3F-4B9A-A5D7-F13B362B7E1E}" type="presParOf" srcId="{338657C2-9A6C-4519-A1E0-696545AA3702}" destId="{51E86630-2226-4C94-A4EF-2F865B727C25}" srcOrd="2" destOrd="0" presId="urn:microsoft.com/office/officeart/2024/layout/NumberedTitleCardList#1"/>
    <dgm:cxn modelId="{A10214A1-4796-494D-BC06-5F43A2EC45C4}" type="presParOf" srcId="{17B8D686-9DD8-4046-AF99-AA412D0B8058}" destId="{23850D6E-16AC-4ABC-BFFB-32593ED8C82B}" srcOrd="3" destOrd="0" presId="urn:microsoft.com/office/officeart/2024/layout/NumberedTitleCardList#1"/>
    <dgm:cxn modelId="{622B63D5-1ED1-4B08-A547-1C2A9692F2AB}" type="presParOf" srcId="{17B8D686-9DD8-4046-AF99-AA412D0B8058}" destId="{FFF1E6BC-023B-4A3C-8681-3ED750586EA8}" srcOrd="4" destOrd="0" presId="urn:microsoft.com/office/officeart/2024/layout/NumberedTitleCardList#1"/>
    <dgm:cxn modelId="{09B3A55C-A171-4C25-A802-27FE733DBB9F}" type="presParOf" srcId="{FFF1E6BC-023B-4A3C-8681-3ED750586EA8}" destId="{5A0DCF55-63E4-4649-89BD-A31BA79B553D}" srcOrd="0" destOrd="0" presId="urn:microsoft.com/office/officeart/2024/layout/NumberedTitleCardList#1"/>
    <dgm:cxn modelId="{7C09EEB2-6A82-4C17-8396-008F2061CDD4}" type="presParOf" srcId="{FFF1E6BC-023B-4A3C-8681-3ED750586EA8}" destId="{5BFC3CB4-DA66-4A17-B09D-2BACBAEFE8E9}" srcOrd="1" destOrd="0" presId="urn:microsoft.com/office/officeart/2024/layout/NumberedTitleCardList#1"/>
    <dgm:cxn modelId="{D372D31C-AA9B-4C25-B326-3B9DEC0441E7}" type="presParOf" srcId="{FFF1E6BC-023B-4A3C-8681-3ED750586EA8}" destId="{E4C590EC-742E-4392-A90B-D985B8E7745F}" srcOrd="2" destOrd="0" presId="urn:microsoft.com/office/officeart/2024/layout/NumberedTitleCardList#1"/>
    <dgm:cxn modelId="{9C57418E-7BCB-4B21-ADF5-CDA67E85CB8B}" type="presParOf" srcId="{17B8D686-9DD8-4046-AF99-AA412D0B8058}" destId="{FDD12C8B-2A19-4806-A604-697DCC1C298A}" srcOrd="5" destOrd="0" presId="urn:microsoft.com/office/officeart/2024/layout/NumberedTitleCardList#1"/>
    <dgm:cxn modelId="{FD27245E-DCD2-487B-92A8-A93AC8F670B3}" type="presParOf" srcId="{17B8D686-9DD8-4046-AF99-AA412D0B8058}" destId="{D16E9CFF-51EE-442C-AF60-7B7E428D97F8}" srcOrd="6" destOrd="0" presId="urn:microsoft.com/office/officeart/2024/layout/NumberedTitleCardList#1"/>
    <dgm:cxn modelId="{8F77C981-BAA0-4269-9652-4B75CA1FBF6A}" type="presParOf" srcId="{D16E9CFF-51EE-442C-AF60-7B7E428D97F8}" destId="{B32EDB05-CE43-4E95-B079-C9DBFA9C7C8B}" srcOrd="0" destOrd="0" presId="urn:microsoft.com/office/officeart/2024/layout/NumberedTitleCardList#1"/>
    <dgm:cxn modelId="{52E20B1F-48EA-440D-A1AE-819AA8A5817A}" type="presParOf" srcId="{D16E9CFF-51EE-442C-AF60-7B7E428D97F8}" destId="{BAD1B6BB-C3DD-4F24-8113-8243859524E0}" srcOrd="1" destOrd="0" presId="urn:microsoft.com/office/officeart/2024/layout/NumberedTitleCardList#1"/>
    <dgm:cxn modelId="{818989C6-99C4-4125-8CDF-5B6E004ADFD2}" type="presParOf" srcId="{D16E9CFF-51EE-442C-AF60-7B7E428D97F8}" destId="{58B78DF2-9C69-406B-BF90-73656D0DEA6C}" srcOrd="2" destOrd="0" presId="urn:microsoft.com/office/officeart/2024/layout/NumberedTitleCar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29FE6F-CF1D-4B25-B8D7-B8E7C4302FF4}" type="doc">
      <dgm:prSet loTypeId="urn:microsoft.com/office/officeart/2024/layout/NumberedTitleCardList#1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8DF93F-82D6-413C-951F-B302681FB22E}">
      <dgm:prSet phldrT="[Text]" phldr="0"/>
      <dgm:spPr/>
      <dgm:t>
        <a:bodyPr/>
        <a:lstStyle/>
        <a:p>
          <a:r>
            <a:rPr lang="en-US" dirty="0"/>
            <a:t>Location</a:t>
          </a:r>
        </a:p>
      </dgm:t>
    </dgm:pt>
    <dgm:pt modelId="{32D5881E-3238-417C-A5F1-A995BE2954B6}" type="parTrans" cxnId="{DF88732C-3CAE-400F-9713-7CEAB4A50D1B}">
      <dgm:prSet/>
      <dgm:spPr/>
      <dgm:t>
        <a:bodyPr/>
        <a:lstStyle/>
        <a:p>
          <a:endParaRPr lang="en-US"/>
        </a:p>
      </dgm:t>
    </dgm:pt>
    <dgm:pt modelId="{974EA522-9425-4DA2-824F-FCF7B96579C8}" type="sibTrans" cxnId="{DF88732C-3CAE-400F-9713-7CEAB4A50D1B}">
      <dgm:prSet phldrT="01" phldr="0"/>
      <dgm:spPr/>
      <dgm:t>
        <a:bodyPr/>
        <a:lstStyle/>
        <a:p>
          <a:r>
            <a:t>01</a:t>
          </a:r>
        </a:p>
      </dgm:t>
    </dgm:pt>
    <dgm:pt modelId="{35D71C35-63D5-4C15-9A64-61BFE09B9887}">
      <dgm:prSet phldrT="[Text]" phldr="0"/>
      <dgm:spPr/>
      <dgm:t>
        <a:bodyPr/>
        <a:lstStyle/>
        <a:p>
          <a:r>
            <a:rPr lang="en-US" dirty="0"/>
            <a:t>Location</a:t>
          </a:r>
        </a:p>
      </dgm:t>
    </dgm:pt>
    <dgm:pt modelId="{788C600A-672C-4D9E-A2D4-CF70FD642403}" type="parTrans" cxnId="{546CCDBC-84D1-495B-84D4-55AE5609C1E3}">
      <dgm:prSet/>
      <dgm:spPr/>
      <dgm:t>
        <a:bodyPr/>
        <a:lstStyle/>
        <a:p>
          <a:endParaRPr lang="en-US"/>
        </a:p>
      </dgm:t>
    </dgm:pt>
    <dgm:pt modelId="{F9FD5971-7E8E-42F3-9FBD-C9CD8D0ECCA7}" type="sibTrans" cxnId="{546CCDBC-84D1-495B-84D4-55AE5609C1E3}">
      <dgm:prSet phldrT="02" phldr="0"/>
      <dgm:spPr/>
      <dgm:t>
        <a:bodyPr/>
        <a:lstStyle/>
        <a:p>
          <a:r>
            <a:t>02</a:t>
          </a:r>
        </a:p>
      </dgm:t>
    </dgm:pt>
    <dgm:pt modelId="{7AD74A58-393D-48E6-B8A3-FE259B9BF593}">
      <dgm:prSet phldrT="[Text]" phldr="0"/>
      <dgm:spPr/>
      <dgm:t>
        <a:bodyPr/>
        <a:lstStyle/>
        <a:p>
          <a:r>
            <a:rPr lang="en-US" dirty="0"/>
            <a:t>Location</a:t>
          </a:r>
        </a:p>
      </dgm:t>
    </dgm:pt>
    <dgm:pt modelId="{C54121FF-31AE-4F86-B443-516227FF5EA2}" type="parTrans" cxnId="{25F78DCF-8BAF-4AB3-A341-4CE4D68D123C}">
      <dgm:prSet/>
      <dgm:spPr/>
      <dgm:t>
        <a:bodyPr/>
        <a:lstStyle/>
        <a:p>
          <a:endParaRPr lang="en-US"/>
        </a:p>
      </dgm:t>
    </dgm:pt>
    <dgm:pt modelId="{3057D1C7-1D4C-4F83-A791-72E13E6E319E}" type="sibTrans" cxnId="{25F78DCF-8BAF-4AB3-A341-4CE4D68D123C}">
      <dgm:prSet phldrT="03" phldr="0"/>
      <dgm:spPr/>
      <dgm:t>
        <a:bodyPr/>
        <a:lstStyle/>
        <a:p>
          <a:r>
            <a:t>03</a:t>
          </a:r>
        </a:p>
      </dgm:t>
    </dgm:pt>
    <dgm:pt modelId="{DD68BC66-E585-4195-937C-E89190648D0E}">
      <dgm:prSet phldrT="[Text]" phldr="0"/>
      <dgm:spPr/>
      <dgm:t>
        <a:bodyPr/>
        <a:lstStyle/>
        <a:p>
          <a:r>
            <a:rPr lang="en-US" dirty="0"/>
            <a:t>Location</a:t>
          </a:r>
        </a:p>
      </dgm:t>
    </dgm:pt>
    <dgm:pt modelId="{F7279081-E139-4B85-A49E-83D05D755C32}" type="parTrans" cxnId="{3099E17F-5E33-4163-9C5A-D04E69F0BF97}">
      <dgm:prSet/>
      <dgm:spPr/>
      <dgm:t>
        <a:bodyPr/>
        <a:lstStyle/>
        <a:p>
          <a:endParaRPr lang="en-US"/>
        </a:p>
      </dgm:t>
    </dgm:pt>
    <dgm:pt modelId="{C1DDB3B3-D573-4DF8-864C-38568C55D2C5}" type="sibTrans" cxnId="{3099E17F-5E33-4163-9C5A-D04E69F0BF97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17B8D686-9DD8-4046-AF99-AA412D0B8058}" type="pres">
      <dgm:prSet presAssocID="{6A29FE6F-CF1D-4B25-B8D7-B8E7C4302FF4}" presName="Name0" presStyleCnt="0">
        <dgm:presLayoutVars>
          <dgm:dir/>
          <dgm:animLvl val="lvl"/>
          <dgm:resizeHandles val="exact"/>
        </dgm:presLayoutVars>
      </dgm:prSet>
      <dgm:spPr/>
    </dgm:pt>
    <dgm:pt modelId="{AF7435F3-1CA5-438C-B3EC-F2751192072D}" type="pres">
      <dgm:prSet presAssocID="{608DF93F-82D6-413C-951F-B302681FB22E}" presName="compositeNode" presStyleCnt="0">
        <dgm:presLayoutVars>
          <dgm:bulletEnabled val="1"/>
        </dgm:presLayoutVars>
      </dgm:prSet>
      <dgm:spPr/>
    </dgm:pt>
    <dgm:pt modelId="{E1D45850-A819-4D5D-909C-59987E803188}" type="pres">
      <dgm:prSet presAssocID="{608DF93F-82D6-413C-951F-B302681FB22E}" presName="bgRect" presStyleLbl="fgAcc1" presStyleIdx="0" presStyleCnt="4" custLinFactNeighborX="494" custLinFactNeighborY="-646"/>
      <dgm:spPr/>
    </dgm:pt>
    <dgm:pt modelId="{4D756AF7-EA41-4A96-BA28-7CEE50ED56F2}" type="pres">
      <dgm:prSet presAssocID="{974EA522-9425-4DA2-824F-FCF7B96579C8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322E0260-9108-490B-A3C3-EA522DAAEBF4}" type="pres">
      <dgm:prSet presAssocID="{608DF93F-82D6-413C-951F-B302681FB22E}" presName="nodeRect" presStyleLbl="parChTrans1D1" presStyleIdx="0" presStyleCnt="0">
        <dgm:presLayoutVars>
          <dgm:bulletEnabled val="1"/>
        </dgm:presLayoutVars>
      </dgm:prSet>
      <dgm:spPr/>
    </dgm:pt>
    <dgm:pt modelId="{1251D6BD-B646-4DDB-915E-BD3E8EA67C3F}" type="pres">
      <dgm:prSet presAssocID="{974EA522-9425-4DA2-824F-FCF7B96579C8}" presName="sibTrans" presStyleCnt="0"/>
      <dgm:spPr/>
    </dgm:pt>
    <dgm:pt modelId="{338657C2-9A6C-4519-A1E0-696545AA3702}" type="pres">
      <dgm:prSet presAssocID="{35D71C35-63D5-4C15-9A64-61BFE09B9887}" presName="compositeNode" presStyleCnt="0">
        <dgm:presLayoutVars>
          <dgm:bulletEnabled val="1"/>
        </dgm:presLayoutVars>
      </dgm:prSet>
      <dgm:spPr/>
    </dgm:pt>
    <dgm:pt modelId="{392BC956-2EFA-4648-B145-04DF5C384805}" type="pres">
      <dgm:prSet presAssocID="{35D71C35-63D5-4C15-9A64-61BFE09B9887}" presName="bgRect" presStyleLbl="fgAcc1" presStyleIdx="1" presStyleCnt="4" custLinFactNeighborX="-374" custLinFactNeighborY="775"/>
      <dgm:spPr/>
    </dgm:pt>
    <dgm:pt modelId="{9191CBA9-1080-4286-81F4-05954BB978B7}" type="pres">
      <dgm:prSet presAssocID="{F9FD5971-7E8E-42F3-9FBD-C9CD8D0ECCA7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51E86630-2226-4C94-A4EF-2F865B727C25}" type="pres">
      <dgm:prSet presAssocID="{35D71C35-63D5-4C15-9A64-61BFE09B9887}" presName="nodeRect" presStyleLbl="parChTrans1D1" presStyleIdx="0" presStyleCnt="0">
        <dgm:presLayoutVars>
          <dgm:bulletEnabled val="1"/>
        </dgm:presLayoutVars>
      </dgm:prSet>
      <dgm:spPr/>
    </dgm:pt>
    <dgm:pt modelId="{23850D6E-16AC-4ABC-BFFB-32593ED8C82B}" type="pres">
      <dgm:prSet presAssocID="{F9FD5971-7E8E-42F3-9FBD-C9CD8D0ECCA7}" presName="sibTrans" presStyleCnt="0"/>
      <dgm:spPr/>
    </dgm:pt>
    <dgm:pt modelId="{FFF1E6BC-023B-4A3C-8681-3ED750586EA8}" type="pres">
      <dgm:prSet presAssocID="{7AD74A58-393D-48E6-B8A3-FE259B9BF593}" presName="compositeNode" presStyleCnt="0">
        <dgm:presLayoutVars>
          <dgm:bulletEnabled val="1"/>
        </dgm:presLayoutVars>
      </dgm:prSet>
      <dgm:spPr/>
    </dgm:pt>
    <dgm:pt modelId="{5A0DCF55-63E4-4649-89BD-A31BA79B553D}" type="pres">
      <dgm:prSet presAssocID="{7AD74A58-393D-48E6-B8A3-FE259B9BF593}" presName="bgRect" presStyleLbl="fgAcc1" presStyleIdx="2" presStyleCnt="4"/>
      <dgm:spPr/>
    </dgm:pt>
    <dgm:pt modelId="{5BFC3CB4-DA66-4A17-B09D-2BACBAEFE8E9}" type="pres">
      <dgm:prSet presAssocID="{3057D1C7-1D4C-4F83-A791-72E13E6E319E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E4C590EC-742E-4392-A90B-D985B8E7745F}" type="pres">
      <dgm:prSet presAssocID="{7AD74A58-393D-48E6-B8A3-FE259B9BF593}" presName="nodeRect" presStyleLbl="parChTrans1D1" presStyleIdx="0" presStyleCnt="0">
        <dgm:presLayoutVars>
          <dgm:bulletEnabled val="1"/>
        </dgm:presLayoutVars>
      </dgm:prSet>
      <dgm:spPr/>
    </dgm:pt>
    <dgm:pt modelId="{FDD12C8B-2A19-4806-A604-697DCC1C298A}" type="pres">
      <dgm:prSet presAssocID="{3057D1C7-1D4C-4F83-A791-72E13E6E319E}" presName="sibTrans" presStyleCnt="0"/>
      <dgm:spPr/>
    </dgm:pt>
    <dgm:pt modelId="{D16E9CFF-51EE-442C-AF60-7B7E428D97F8}" type="pres">
      <dgm:prSet presAssocID="{DD68BC66-E585-4195-937C-E89190648D0E}" presName="compositeNode" presStyleCnt="0">
        <dgm:presLayoutVars>
          <dgm:bulletEnabled val="1"/>
        </dgm:presLayoutVars>
      </dgm:prSet>
      <dgm:spPr/>
    </dgm:pt>
    <dgm:pt modelId="{B32EDB05-CE43-4E95-B079-C9DBFA9C7C8B}" type="pres">
      <dgm:prSet presAssocID="{DD68BC66-E585-4195-937C-E89190648D0E}" presName="bgRect" presStyleLbl="fgAcc1" presStyleIdx="3" presStyleCnt="4"/>
      <dgm:spPr/>
    </dgm:pt>
    <dgm:pt modelId="{BAD1B6BB-C3DD-4F24-8113-8243859524E0}" type="pres">
      <dgm:prSet presAssocID="{C1DDB3B3-D573-4DF8-864C-38568C55D2C5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58B78DF2-9C69-406B-BF90-73656D0DEA6C}" type="pres">
      <dgm:prSet presAssocID="{DD68BC66-E585-4195-937C-E89190648D0E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D0DB9A00-397F-4DB3-A8AE-69707B13F2B6}" type="presOf" srcId="{974EA522-9425-4DA2-824F-FCF7B96579C8}" destId="{4D756AF7-EA41-4A96-BA28-7CEE50ED56F2}" srcOrd="0" destOrd="0" presId="urn:microsoft.com/office/officeart/2024/layout/NumberedTitleCardList#1"/>
    <dgm:cxn modelId="{E9EF700E-CAC6-46FE-9209-3AC6722069FD}" type="presOf" srcId="{7AD74A58-393D-48E6-B8A3-FE259B9BF593}" destId="{5A0DCF55-63E4-4649-89BD-A31BA79B553D}" srcOrd="0" destOrd="0" presId="urn:microsoft.com/office/officeart/2024/layout/NumberedTitleCardList#1"/>
    <dgm:cxn modelId="{DF88732C-3CAE-400F-9713-7CEAB4A50D1B}" srcId="{6A29FE6F-CF1D-4B25-B8D7-B8E7C4302FF4}" destId="{608DF93F-82D6-413C-951F-B302681FB22E}" srcOrd="0" destOrd="0" parTransId="{32D5881E-3238-417C-A5F1-A995BE2954B6}" sibTransId="{974EA522-9425-4DA2-824F-FCF7B96579C8}"/>
    <dgm:cxn modelId="{CE32EC73-ABC5-4B9D-894A-91EBB95CA8F8}" type="presOf" srcId="{DD68BC66-E585-4195-937C-E89190648D0E}" destId="{B32EDB05-CE43-4E95-B079-C9DBFA9C7C8B}" srcOrd="0" destOrd="0" presId="urn:microsoft.com/office/officeart/2024/layout/NumberedTitleCardList#1"/>
    <dgm:cxn modelId="{9BEA9E57-6ACF-4F71-AD52-340CCABF321B}" type="presOf" srcId="{608DF93F-82D6-413C-951F-B302681FB22E}" destId="{E1D45850-A819-4D5D-909C-59987E803188}" srcOrd="0" destOrd="0" presId="urn:microsoft.com/office/officeart/2024/layout/NumberedTitleCardList#1"/>
    <dgm:cxn modelId="{0454165A-A046-4847-A76D-B43839CA24E0}" type="presOf" srcId="{7AD74A58-393D-48E6-B8A3-FE259B9BF593}" destId="{E4C590EC-742E-4392-A90B-D985B8E7745F}" srcOrd="1" destOrd="0" presId="urn:microsoft.com/office/officeart/2024/layout/NumberedTitleCardList#1"/>
    <dgm:cxn modelId="{E474F65A-F4EE-49A3-B159-30CE3F9F59DA}" type="presOf" srcId="{608DF93F-82D6-413C-951F-B302681FB22E}" destId="{322E0260-9108-490B-A3C3-EA522DAAEBF4}" srcOrd="1" destOrd="0" presId="urn:microsoft.com/office/officeart/2024/layout/NumberedTitleCardList#1"/>
    <dgm:cxn modelId="{E480247E-5D59-47C6-BE26-B75A7D207E99}" type="presOf" srcId="{F9FD5971-7E8E-42F3-9FBD-C9CD8D0ECCA7}" destId="{9191CBA9-1080-4286-81F4-05954BB978B7}" srcOrd="0" destOrd="0" presId="urn:microsoft.com/office/officeart/2024/layout/NumberedTitleCardList#1"/>
    <dgm:cxn modelId="{3099E17F-5E33-4163-9C5A-D04E69F0BF97}" srcId="{6A29FE6F-CF1D-4B25-B8D7-B8E7C4302FF4}" destId="{DD68BC66-E585-4195-937C-E89190648D0E}" srcOrd="3" destOrd="0" parTransId="{F7279081-E139-4B85-A49E-83D05D755C32}" sibTransId="{C1DDB3B3-D573-4DF8-864C-38568C55D2C5}"/>
    <dgm:cxn modelId="{ADEF1587-1F06-4AF6-9028-CBD71ADB48DB}" type="presOf" srcId="{C1DDB3B3-D573-4DF8-864C-38568C55D2C5}" destId="{BAD1B6BB-C3DD-4F24-8113-8243859524E0}" srcOrd="0" destOrd="0" presId="urn:microsoft.com/office/officeart/2024/layout/NumberedTitleCardList#1"/>
    <dgm:cxn modelId="{628853A3-91AF-4478-B327-8951F15DEB46}" type="presOf" srcId="{35D71C35-63D5-4C15-9A64-61BFE09B9887}" destId="{392BC956-2EFA-4648-B145-04DF5C384805}" srcOrd="0" destOrd="0" presId="urn:microsoft.com/office/officeart/2024/layout/NumberedTitleCardList#1"/>
    <dgm:cxn modelId="{546CCDBC-84D1-495B-84D4-55AE5609C1E3}" srcId="{6A29FE6F-CF1D-4B25-B8D7-B8E7C4302FF4}" destId="{35D71C35-63D5-4C15-9A64-61BFE09B9887}" srcOrd="1" destOrd="0" parTransId="{788C600A-672C-4D9E-A2D4-CF70FD642403}" sibTransId="{F9FD5971-7E8E-42F3-9FBD-C9CD8D0ECCA7}"/>
    <dgm:cxn modelId="{25F78DCF-8BAF-4AB3-A341-4CE4D68D123C}" srcId="{6A29FE6F-CF1D-4B25-B8D7-B8E7C4302FF4}" destId="{7AD74A58-393D-48E6-B8A3-FE259B9BF593}" srcOrd="2" destOrd="0" parTransId="{C54121FF-31AE-4F86-B443-516227FF5EA2}" sibTransId="{3057D1C7-1D4C-4F83-A791-72E13E6E319E}"/>
    <dgm:cxn modelId="{FF3811E5-12CE-485B-9482-2A9D9E8CC729}" type="presOf" srcId="{DD68BC66-E585-4195-937C-E89190648D0E}" destId="{58B78DF2-9C69-406B-BF90-73656D0DEA6C}" srcOrd="1" destOrd="0" presId="urn:microsoft.com/office/officeart/2024/layout/NumberedTitleCardList#1"/>
    <dgm:cxn modelId="{B82D79E8-72B7-404B-B4B8-E589AD99F417}" type="presOf" srcId="{35D71C35-63D5-4C15-9A64-61BFE09B9887}" destId="{51E86630-2226-4C94-A4EF-2F865B727C25}" srcOrd="1" destOrd="0" presId="urn:microsoft.com/office/officeart/2024/layout/NumberedTitleCardList#1"/>
    <dgm:cxn modelId="{F477E6F3-158D-4167-8F28-69B5504BCD02}" type="presOf" srcId="{6A29FE6F-CF1D-4B25-B8D7-B8E7C4302FF4}" destId="{17B8D686-9DD8-4046-AF99-AA412D0B8058}" srcOrd="0" destOrd="0" presId="urn:microsoft.com/office/officeart/2024/layout/NumberedTitleCardList#1"/>
    <dgm:cxn modelId="{3F1479F7-4D84-49C9-A6A8-DF962126C4ED}" type="presOf" srcId="{3057D1C7-1D4C-4F83-A791-72E13E6E319E}" destId="{5BFC3CB4-DA66-4A17-B09D-2BACBAEFE8E9}" srcOrd="0" destOrd="0" presId="urn:microsoft.com/office/officeart/2024/layout/NumberedTitleCardList#1"/>
    <dgm:cxn modelId="{F45BF6B1-7864-4444-AF5D-4F6E0671400A}" type="presParOf" srcId="{17B8D686-9DD8-4046-AF99-AA412D0B8058}" destId="{AF7435F3-1CA5-438C-B3EC-F2751192072D}" srcOrd="0" destOrd="0" presId="urn:microsoft.com/office/officeart/2024/layout/NumberedTitleCardList#1"/>
    <dgm:cxn modelId="{72D877F6-28B4-4307-841D-CF8917ADB165}" type="presParOf" srcId="{AF7435F3-1CA5-438C-B3EC-F2751192072D}" destId="{E1D45850-A819-4D5D-909C-59987E803188}" srcOrd="0" destOrd="0" presId="urn:microsoft.com/office/officeart/2024/layout/NumberedTitleCardList#1"/>
    <dgm:cxn modelId="{0B9549FC-D05B-424C-9EB2-AD41595B6B60}" type="presParOf" srcId="{AF7435F3-1CA5-438C-B3EC-F2751192072D}" destId="{4D756AF7-EA41-4A96-BA28-7CEE50ED56F2}" srcOrd="1" destOrd="0" presId="urn:microsoft.com/office/officeart/2024/layout/NumberedTitleCardList#1"/>
    <dgm:cxn modelId="{927528E2-E276-4C46-8E57-0FC43F55B3BA}" type="presParOf" srcId="{AF7435F3-1CA5-438C-B3EC-F2751192072D}" destId="{322E0260-9108-490B-A3C3-EA522DAAEBF4}" srcOrd="2" destOrd="0" presId="urn:microsoft.com/office/officeart/2024/layout/NumberedTitleCardList#1"/>
    <dgm:cxn modelId="{14D1B2BE-AEA0-42BC-A634-815C198D2E14}" type="presParOf" srcId="{17B8D686-9DD8-4046-AF99-AA412D0B8058}" destId="{1251D6BD-B646-4DDB-915E-BD3E8EA67C3F}" srcOrd="1" destOrd="0" presId="urn:microsoft.com/office/officeart/2024/layout/NumberedTitleCardList#1"/>
    <dgm:cxn modelId="{E8ECAFC1-82C1-4074-B347-7BBA1BE79EEB}" type="presParOf" srcId="{17B8D686-9DD8-4046-AF99-AA412D0B8058}" destId="{338657C2-9A6C-4519-A1E0-696545AA3702}" srcOrd="2" destOrd="0" presId="urn:microsoft.com/office/officeart/2024/layout/NumberedTitleCardList#1"/>
    <dgm:cxn modelId="{1E7EFA0D-7F09-49EA-B855-7D907456C913}" type="presParOf" srcId="{338657C2-9A6C-4519-A1E0-696545AA3702}" destId="{392BC956-2EFA-4648-B145-04DF5C384805}" srcOrd="0" destOrd="0" presId="urn:microsoft.com/office/officeart/2024/layout/NumberedTitleCardList#1"/>
    <dgm:cxn modelId="{D0B60B94-C6B2-4A43-A747-926A9171A942}" type="presParOf" srcId="{338657C2-9A6C-4519-A1E0-696545AA3702}" destId="{9191CBA9-1080-4286-81F4-05954BB978B7}" srcOrd="1" destOrd="0" presId="urn:microsoft.com/office/officeart/2024/layout/NumberedTitleCardList#1"/>
    <dgm:cxn modelId="{D48B27C4-7D3F-4B9A-A5D7-F13B362B7E1E}" type="presParOf" srcId="{338657C2-9A6C-4519-A1E0-696545AA3702}" destId="{51E86630-2226-4C94-A4EF-2F865B727C25}" srcOrd="2" destOrd="0" presId="urn:microsoft.com/office/officeart/2024/layout/NumberedTitleCardList#1"/>
    <dgm:cxn modelId="{A10214A1-4796-494D-BC06-5F43A2EC45C4}" type="presParOf" srcId="{17B8D686-9DD8-4046-AF99-AA412D0B8058}" destId="{23850D6E-16AC-4ABC-BFFB-32593ED8C82B}" srcOrd="3" destOrd="0" presId="urn:microsoft.com/office/officeart/2024/layout/NumberedTitleCardList#1"/>
    <dgm:cxn modelId="{622B63D5-1ED1-4B08-A547-1C2A9692F2AB}" type="presParOf" srcId="{17B8D686-9DD8-4046-AF99-AA412D0B8058}" destId="{FFF1E6BC-023B-4A3C-8681-3ED750586EA8}" srcOrd="4" destOrd="0" presId="urn:microsoft.com/office/officeart/2024/layout/NumberedTitleCardList#1"/>
    <dgm:cxn modelId="{09B3A55C-A171-4C25-A802-27FE733DBB9F}" type="presParOf" srcId="{FFF1E6BC-023B-4A3C-8681-3ED750586EA8}" destId="{5A0DCF55-63E4-4649-89BD-A31BA79B553D}" srcOrd="0" destOrd="0" presId="urn:microsoft.com/office/officeart/2024/layout/NumberedTitleCardList#1"/>
    <dgm:cxn modelId="{7C09EEB2-6A82-4C17-8396-008F2061CDD4}" type="presParOf" srcId="{FFF1E6BC-023B-4A3C-8681-3ED750586EA8}" destId="{5BFC3CB4-DA66-4A17-B09D-2BACBAEFE8E9}" srcOrd="1" destOrd="0" presId="urn:microsoft.com/office/officeart/2024/layout/NumberedTitleCardList#1"/>
    <dgm:cxn modelId="{D372D31C-AA9B-4C25-B326-3B9DEC0441E7}" type="presParOf" srcId="{FFF1E6BC-023B-4A3C-8681-3ED750586EA8}" destId="{E4C590EC-742E-4392-A90B-D985B8E7745F}" srcOrd="2" destOrd="0" presId="urn:microsoft.com/office/officeart/2024/layout/NumberedTitleCardList#1"/>
    <dgm:cxn modelId="{9C57418E-7BCB-4B21-ADF5-CDA67E85CB8B}" type="presParOf" srcId="{17B8D686-9DD8-4046-AF99-AA412D0B8058}" destId="{FDD12C8B-2A19-4806-A604-697DCC1C298A}" srcOrd="5" destOrd="0" presId="urn:microsoft.com/office/officeart/2024/layout/NumberedTitleCardList#1"/>
    <dgm:cxn modelId="{FD27245E-DCD2-487B-92A8-A93AC8F670B3}" type="presParOf" srcId="{17B8D686-9DD8-4046-AF99-AA412D0B8058}" destId="{D16E9CFF-51EE-442C-AF60-7B7E428D97F8}" srcOrd="6" destOrd="0" presId="urn:microsoft.com/office/officeart/2024/layout/NumberedTitleCardList#1"/>
    <dgm:cxn modelId="{8F77C981-BAA0-4269-9652-4B75CA1FBF6A}" type="presParOf" srcId="{D16E9CFF-51EE-442C-AF60-7B7E428D97F8}" destId="{B32EDB05-CE43-4E95-B079-C9DBFA9C7C8B}" srcOrd="0" destOrd="0" presId="urn:microsoft.com/office/officeart/2024/layout/NumberedTitleCardList#1"/>
    <dgm:cxn modelId="{52E20B1F-48EA-440D-A1AE-819AA8A5817A}" type="presParOf" srcId="{D16E9CFF-51EE-442C-AF60-7B7E428D97F8}" destId="{BAD1B6BB-C3DD-4F24-8113-8243859524E0}" srcOrd="1" destOrd="0" presId="urn:microsoft.com/office/officeart/2024/layout/NumberedTitleCardList#1"/>
    <dgm:cxn modelId="{818989C6-99C4-4125-8CDF-5B6E004ADFD2}" type="presParOf" srcId="{D16E9CFF-51EE-442C-AF60-7B7E428D97F8}" destId="{58B78DF2-9C69-406B-BF90-73656D0DEA6C}" srcOrd="2" destOrd="0" presId="urn:microsoft.com/office/officeart/2024/layout/NumberedTitleCar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29FE6F-CF1D-4B25-B8D7-B8E7C4302FF4}" type="doc">
      <dgm:prSet loTypeId="urn:microsoft.com/office/officeart/2024/layout/NumberedTitleCardList#1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8DF93F-82D6-413C-951F-B302681FB22E}">
      <dgm:prSet phldrT="[Text]" phldr="0"/>
      <dgm:spPr/>
      <dgm:t>
        <a:bodyPr/>
        <a:lstStyle/>
        <a:p>
          <a:r>
            <a:rPr lang="en-US" dirty="0"/>
            <a:t>Option</a:t>
          </a:r>
        </a:p>
      </dgm:t>
    </dgm:pt>
    <dgm:pt modelId="{32D5881E-3238-417C-A5F1-A995BE2954B6}" type="parTrans" cxnId="{DF88732C-3CAE-400F-9713-7CEAB4A50D1B}">
      <dgm:prSet/>
      <dgm:spPr/>
      <dgm:t>
        <a:bodyPr/>
        <a:lstStyle/>
        <a:p>
          <a:endParaRPr lang="en-US"/>
        </a:p>
      </dgm:t>
    </dgm:pt>
    <dgm:pt modelId="{974EA522-9425-4DA2-824F-FCF7B96579C8}" type="sibTrans" cxnId="{DF88732C-3CAE-400F-9713-7CEAB4A50D1B}">
      <dgm:prSet phldrT="01" phldr="0"/>
      <dgm:spPr/>
      <dgm:t>
        <a:bodyPr/>
        <a:lstStyle/>
        <a:p>
          <a:r>
            <a:t>01</a:t>
          </a:r>
        </a:p>
      </dgm:t>
    </dgm:pt>
    <dgm:pt modelId="{35D71C35-63D5-4C15-9A64-61BFE09B9887}">
      <dgm:prSet phldrT="[Text]" phldr="0"/>
      <dgm:spPr/>
      <dgm:t>
        <a:bodyPr/>
        <a:lstStyle/>
        <a:p>
          <a:r>
            <a:rPr lang="en-US" dirty="0"/>
            <a:t>Option</a:t>
          </a:r>
        </a:p>
      </dgm:t>
    </dgm:pt>
    <dgm:pt modelId="{788C600A-672C-4D9E-A2D4-CF70FD642403}" type="parTrans" cxnId="{546CCDBC-84D1-495B-84D4-55AE5609C1E3}">
      <dgm:prSet/>
      <dgm:spPr/>
      <dgm:t>
        <a:bodyPr/>
        <a:lstStyle/>
        <a:p>
          <a:endParaRPr lang="en-US"/>
        </a:p>
      </dgm:t>
    </dgm:pt>
    <dgm:pt modelId="{F9FD5971-7E8E-42F3-9FBD-C9CD8D0ECCA7}" type="sibTrans" cxnId="{546CCDBC-84D1-495B-84D4-55AE5609C1E3}">
      <dgm:prSet phldrT="02" phldr="0"/>
      <dgm:spPr/>
      <dgm:t>
        <a:bodyPr/>
        <a:lstStyle/>
        <a:p>
          <a:r>
            <a:t>02</a:t>
          </a:r>
        </a:p>
      </dgm:t>
    </dgm:pt>
    <dgm:pt modelId="{17B8D686-9DD8-4046-AF99-AA412D0B8058}" type="pres">
      <dgm:prSet presAssocID="{6A29FE6F-CF1D-4B25-B8D7-B8E7C4302FF4}" presName="Name0" presStyleCnt="0">
        <dgm:presLayoutVars>
          <dgm:dir/>
          <dgm:animLvl val="lvl"/>
          <dgm:resizeHandles val="exact"/>
        </dgm:presLayoutVars>
      </dgm:prSet>
      <dgm:spPr/>
    </dgm:pt>
    <dgm:pt modelId="{AF7435F3-1CA5-438C-B3EC-F2751192072D}" type="pres">
      <dgm:prSet presAssocID="{608DF93F-82D6-413C-951F-B302681FB22E}" presName="compositeNode" presStyleCnt="0">
        <dgm:presLayoutVars>
          <dgm:bulletEnabled val="1"/>
        </dgm:presLayoutVars>
      </dgm:prSet>
      <dgm:spPr/>
    </dgm:pt>
    <dgm:pt modelId="{E1D45850-A819-4D5D-909C-59987E803188}" type="pres">
      <dgm:prSet presAssocID="{608DF93F-82D6-413C-951F-B302681FB22E}" presName="bgRect" presStyleLbl="fgAcc1" presStyleIdx="0" presStyleCnt="2" custLinFactNeighborX="740"/>
      <dgm:spPr/>
    </dgm:pt>
    <dgm:pt modelId="{4D756AF7-EA41-4A96-BA28-7CEE50ED56F2}" type="pres">
      <dgm:prSet presAssocID="{974EA522-9425-4DA2-824F-FCF7B96579C8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322E0260-9108-490B-A3C3-EA522DAAEBF4}" type="pres">
      <dgm:prSet presAssocID="{608DF93F-82D6-413C-951F-B302681FB22E}" presName="nodeRect" presStyleLbl="parChTrans1D1" presStyleIdx="0" presStyleCnt="0">
        <dgm:presLayoutVars>
          <dgm:bulletEnabled val="1"/>
        </dgm:presLayoutVars>
      </dgm:prSet>
      <dgm:spPr/>
    </dgm:pt>
    <dgm:pt modelId="{1251D6BD-B646-4DDB-915E-BD3E8EA67C3F}" type="pres">
      <dgm:prSet presAssocID="{974EA522-9425-4DA2-824F-FCF7B96579C8}" presName="sibTrans" presStyleCnt="0"/>
      <dgm:spPr/>
    </dgm:pt>
    <dgm:pt modelId="{338657C2-9A6C-4519-A1E0-696545AA3702}" type="pres">
      <dgm:prSet presAssocID="{35D71C35-63D5-4C15-9A64-61BFE09B9887}" presName="compositeNode" presStyleCnt="0">
        <dgm:presLayoutVars>
          <dgm:bulletEnabled val="1"/>
        </dgm:presLayoutVars>
      </dgm:prSet>
      <dgm:spPr/>
    </dgm:pt>
    <dgm:pt modelId="{392BC956-2EFA-4648-B145-04DF5C384805}" type="pres">
      <dgm:prSet presAssocID="{35D71C35-63D5-4C15-9A64-61BFE09B9887}" presName="bgRect" presStyleLbl="fgAcc1" presStyleIdx="1" presStyleCnt="2" custLinFactNeighborX="-374" custLinFactNeighborY="775"/>
      <dgm:spPr/>
    </dgm:pt>
    <dgm:pt modelId="{9191CBA9-1080-4286-81F4-05954BB978B7}" type="pres">
      <dgm:prSet presAssocID="{F9FD5971-7E8E-42F3-9FBD-C9CD8D0ECCA7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51E86630-2226-4C94-A4EF-2F865B727C25}" type="pres">
      <dgm:prSet presAssocID="{35D71C35-63D5-4C15-9A64-61BFE09B9887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D0DB9A00-397F-4DB3-A8AE-69707B13F2B6}" type="presOf" srcId="{974EA522-9425-4DA2-824F-FCF7B96579C8}" destId="{4D756AF7-EA41-4A96-BA28-7CEE50ED56F2}" srcOrd="0" destOrd="0" presId="urn:microsoft.com/office/officeart/2024/layout/NumberedTitleCardList#1"/>
    <dgm:cxn modelId="{DF88732C-3CAE-400F-9713-7CEAB4A50D1B}" srcId="{6A29FE6F-CF1D-4B25-B8D7-B8E7C4302FF4}" destId="{608DF93F-82D6-413C-951F-B302681FB22E}" srcOrd="0" destOrd="0" parTransId="{32D5881E-3238-417C-A5F1-A995BE2954B6}" sibTransId="{974EA522-9425-4DA2-824F-FCF7B96579C8}"/>
    <dgm:cxn modelId="{9BEA9E57-6ACF-4F71-AD52-340CCABF321B}" type="presOf" srcId="{608DF93F-82D6-413C-951F-B302681FB22E}" destId="{E1D45850-A819-4D5D-909C-59987E803188}" srcOrd="0" destOrd="0" presId="urn:microsoft.com/office/officeart/2024/layout/NumberedTitleCardList#1"/>
    <dgm:cxn modelId="{E474F65A-F4EE-49A3-B159-30CE3F9F59DA}" type="presOf" srcId="{608DF93F-82D6-413C-951F-B302681FB22E}" destId="{322E0260-9108-490B-A3C3-EA522DAAEBF4}" srcOrd="1" destOrd="0" presId="urn:microsoft.com/office/officeart/2024/layout/NumberedTitleCardList#1"/>
    <dgm:cxn modelId="{E480247E-5D59-47C6-BE26-B75A7D207E99}" type="presOf" srcId="{F9FD5971-7E8E-42F3-9FBD-C9CD8D0ECCA7}" destId="{9191CBA9-1080-4286-81F4-05954BB978B7}" srcOrd="0" destOrd="0" presId="urn:microsoft.com/office/officeart/2024/layout/NumberedTitleCardList#1"/>
    <dgm:cxn modelId="{628853A3-91AF-4478-B327-8951F15DEB46}" type="presOf" srcId="{35D71C35-63D5-4C15-9A64-61BFE09B9887}" destId="{392BC956-2EFA-4648-B145-04DF5C384805}" srcOrd="0" destOrd="0" presId="urn:microsoft.com/office/officeart/2024/layout/NumberedTitleCardList#1"/>
    <dgm:cxn modelId="{546CCDBC-84D1-495B-84D4-55AE5609C1E3}" srcId="{6A29FE6F-CF1D-4B25-B8D7-B8E7C4302FF4}" destId="{35D71C35-63D5-4C15-9A64-61BFE09B9887}" srcOrd="1" destOrd="0" parTransId="{788C600A-672C-4D9E-A2D4-CF70FD642403}" sibTransId="{F9FD5971-7E8E-42F3-9FBD-C9CD8D0ECCA7}"/>
    <dgm:cxn modelId="{B82D79E8-72B7-404B-B4B8-E589AD99F417}" type="presOf" srcId="{35D71C35-63D5-4C15-9A64-61BFE09B9887}" destId="{51E86630-2226-4C94-A4EF-2F865B727C25}" srcOrd="1" destOrd="0" presId="urn:microsoft.com/office/officeart/2024/layout/NumberedTitleCardList#1"/>
    <dgm:cxn modelId="{F477E6F3-158D-4167-8F28-69B5504BCD02}" type="presOf" srcId="{6A29FE6F-CF1D-4B25-B8D7-B8E7C4302FF4}" destId="{17B8D686-9DD8-4046-AF99-AA412D0B8058}" srcOrd="0" destOrd="0" presId="urn:microsoft.com/office/officeart/2024/layout/NumberedTitleCardList#1"/>
    <dgm:cxn modelId="{F45BF6B1-7864-4444-AF5D-4F6E0671400A}" type="presParOf" srcId="{17B8D686-9DD8-4046-AF99-AA412D0B8058}" destId="{AF7435F3-1CA5-438C-B3EC-F2751192072D}" srcOrd="0" destOrd="0" presId="urn:microsoft.com/office/officeart/2024/layout/NumberedTitleCardList#1"/>
    <dgm:cxn modelId="{72D877F6-28B4-4307-841D-CF8917ADB165}" type="presParOf" srcId="{AF7435F3-1CA5-438C-B3EC-F2751192072D}" destId="{E1D45850-A819-4D5D-909C-59987E803188}" srcOrd="0" destOrd="0" presId="urn:microsoft.com/office/officeart/2024/layout/NumberedTitleCardList#1"/>
    <dgm:cxn modelId="{0B9549FC-D05B-424C-9EB2-AD41595B6B60}" type="presParOf" srcId="{AF7435F3-1CA5-438C-B3EC-F2751192072D}" destId="{4D756AF7-EA41-4A96-BA28-7CEE50ED56F2}" srcOrd="1" destOrd="0" presId="urn:microsoft.com/office/officeart/2024/layout/NumberedTitleCardList#1"/>
    <dgm:cxn modelId="{927528E2-E276-4C46-8E57-0FC43F55B3BA}" type="presParOf" srcId="{AF7435F3-1CA5-438C-B3EC-F2751192072D}" destId="{322E0260-9108-490B-A3C3-EA522DAAEBF4}" srcOrd="2" destOrd="0" presId="urn:microsoft.com/office/officeart/2024/layout/NumberedTitleCardList#1"/>
    <dgm:cxn modelId="{14D1B2BE-AEA0-42BC-A634-815C198D2E14}" type="presParOf" srcId="{17B8D686-9DD8-4046-AF99-AA412D0B8058}" destId="{1251D6BD-B646-4DDB-915E-BD3E8EA67C3F}" srcOrd="1" destOrd="0" presId="urn:microsoft.com/office/officeart/2024/layout/NumberedTitleCardList#1"/>
    <dgm:cxn modelId="{E8ECAFC1-82C1-4074-B347-7BBA1BE79EEB}" type="presParOf" srcId="{17B8D686-9DD8-4046-AF99-AA412D0B8058}" destId="{338657C2-9A6C-4519-A1E0-696545AA3702}" srcOrd="2" destOrd="0" presId="urn:microsoft.com/office/officeart/2024/layout/NumberedTitleCardList#1"/>
    <dgm:cxn modelId="{1E7EFA0D-7F09-49EA-B855-7D907456C913}" type="presParOf" srcId="{338657C2-9A6C-4519-A1E0-696545AA3702}" destId="{392BC956-2EFA-4648-B145-04DF5C384805}" srcOrd="0" destOrd="0" presId="urn:microsoft.com/office/officeart/2024/layout/NumberedTitleCardList#1"/>
    <dgm:cxn modelId="{D0B60B94-C6B2-4A43-A747-926A9171A942}" type="presParOf" srcId="{338657C2-9A6C-4519-A1E0-696545AA3702}" destId="{9191CBA9-1080-4286-81F4-05954BB978B7}" srcOrd="1" destOrd="0" presId="urn:microsoft.com/office/officeart/2024/layout/NumberedTitleCardList#1"/>
    <dgm:cxn modelId="{D48B27C4-7D3F-4B9A-A5D7-F13B362B7E1E}" type="presParOf" srcId="{338657C2-9A6C-4519-A1E0-696545AA3702}" destId="{51E86630-2226-4C94-A4EF-2F865B727C25}" srcOrd="2" destOrd="0" presId="urn:microsoft.com/office/officeart/2024/layout/NumberedTitleCar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29FE6F-CF1D-4B25-B8D7-B8E7C4302FF4}" type="doc">
      <dgm:prSet loTypeId="urn:microsoft.com/office/officeart/2024/layout/NumberedTitleCardList#1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8DF93F-82D6-413C-951F-B302681FB22E}">
      <dgm:prSet phldrT="[Text]" phldr="0"/>
      <dgm:spPr/>
      <dgm:t>
        <a:bodyPr/>
        <a:lstStyle/>
        <a:p>
          <a:r>
            <a:rPr lang="en-US" dirty="0"/>
            <a:t>Option</a:t>
          </a:r>
        </a:p>
      </dgm:t>
    </dgm:pt>
    <dgm:pt modelId="{32D5881E-3238-417C-A5F1-A995BE2954B6}" type="parTrans" cxnId="{DF88732C-3CAE-400F-9713-7CEAB4A50D1B}">
      <dgm:prSet/>
      <dgm:spPr/>
      <dgm:t>
        <a:bodyPr/>
        <a:lstStyle/>
        <a:p>
          <a:endParaRPr lang="en-US"/>
        </a:p>
      </dgm:t>
    </dgm:pt>
    <dgm:pt modelId="{974EA522-9425-4DA2-824F-FCF7B96579C8}" type="sibTrans" cxnId="{DF88732C-3CAE-400F-9713-7CEAB4A50D1B}">
      <dgm:prSet phldrT="01" phldr="0"/>
      <dgm:spPr/>
      <dgm:t>
        <a:bodyPr/>
        <a:lstStyle/>
        <a:p>
          <a:r>
            <a:t>01</a:t>
          </a:r>
        </a:p>
      </dgm:t>
    </dgm:pt>
    <dgm:pt modelId="{35D71C35-63D5-4C15-9A64-61BFE09B9887}">
      <dgm:prSet phldrT="[Text]" phldr="0"/>
      <dgm:spPr/>
      <dgm:t>
        <a:bodyPr/>
        <a:lstStyle/>
        <a:p>
          <a:r>
            <a:rPr lang="en-US" dirty="0"/>
            <a:t>Option</a:t>
          </a:r>
        </a:p>
      </dgm:t>
    </dgm:pt>
    <dgm:pt modelId="{788C600A-672C-4D9E-A2D4-CF70FD642403}" type="parTrans" cxnId="{546CCDBC-84D1-495B-84D4-55AE5609C1E3}">
      <dgm:prSet/>
      <dgm:spPr/>
      <dgm:t>
        <a:bodyPr/>
        <a:lstStyle/>
        <a:p>
          <a:endParaRPr lang="en-US"/>
        </a:p>
      </dgm:t>
    </dgm:pt>
    <dgm:pt modelId="{F9FD5971-7E8E-42F3-9FBD-C9CD8D0ECCA7}" type="sibTrans" cxnId="{546CCDBC-84D1-495B-84D4-55AE5609C1E3}">
      <dgm:prSet phldrT="02" phldr="0"/>
      <dgm:spPr/>
      <dgm:t>
        <a:bodyPr/>
        <a:lstStyle/>
        <a:p>
          <a:r>
            <a:t>02</a:t>
          </a:r>
        </a:p>
      </dgm:t>
    </dgm:pt>
    <dgm:pt modelId="{6BDF1CC5-DF28-487F-BE23-4FEA20E62BEB}">
      <dgm:prSet phldrT="[Text]" phldr="0"/>
      <dgm:spPr/>
      <dgm:t>
        <a:bodyPr/>
        <a:lstStyle/>
        <a:p>
          <a:r>
            <a:rPr lang="en-US" dirty="0"/>
            <a:t>Option</a:t>
          </a:r>
        </a:p>
      </dgm:t>
    </dgm:pt>
    <dgm:pt modelId="{A729DAF0-1B11-4A08-9DF3-39B8CC022788}" type="parTrans" cxnId="{20636054-4C4A-4244-A829-768076E05A75}">
      <dgm:prSet/>
      <dgm:spPr/>
      <dgm:t>
        <a:bodyPr/>
        <a:lstStyle/>
        <a:p>
          <a:endParaRPr lang="en-US"/>
        </a:p>
      </dgm:t>
    </dgm:pt>
    <dgm:pt modelId="{AD8472F2-BC24-4817-886B-2688DB1CE2E2}" type="sibTrans" cxnId="{20636054-4C4A-4244-A829-768076E05A7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40DCAA6-5998-48BC-806F-7453D144B3EF}">
      <dgm:prSet phldrT="[Text]" phldr="0"/>
      <dgm:spPr/>
      <dgm:t>
        <a:bodyPr/>
        <a:lstStyle/>
        <a:p>
          <a:r>
            <a:rPr lang="en-US" dirty="0"/>
            <a:t>Option</a:t>
          </a:r>
        </a:p>
      </dgm:t>
    </dgm:pt>
    <dgm:pt modelId="{3C44A570-5D8E-4606-A51B-9536A257EE0B}" type="parTrans" cxnId="{EF1D946E-2854-43AF-AC9F-A38B7DC3A29E}">
      <dgm:prSet/>
      <dgm:spPr/>
      <dgm:t>
        <a:bodyPr/>
        <a:lstStyle/>
        <a:p>
          <a:endParaRPr lang="en-US"/>
        </a:p>
      </dgm:t>
    </dgm:pt>
    <dgm:pt modelId="{51FFF304-4629-45A3-8ACF-F6326AB09FD2}" type="sibTrans" cxnId="{EF1D946E-2854-43AF-AC9F-A38B7DC3A29E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17B8D686-9DD8-4046-AF99-AA412D0B8058}" type="pres">
      <dgm:prSet presAssocID="{6A29FE6F-CF1D-4B25-B8D7-B8E7C4302FF4}" presName="Name0" presStyleCnt="0">
        <dgm:presLayoutVars>
          <dgm:dir/>
          <dgm:animLvl val="lvl"/>
          <dgm:resizeHandles val="exact"/>
        </dgm:presLayoutVars>
      </dgm:prSet>
      <dgm:spPr/>
    </dgm:pt>
    <dgm:pt modelId="{AF7435F3-1CA5-438C-B3EC-F2751192072D}" type="pres">
      <dgm:prSet presAssocID="{608DF93F-82D6-413C-951F-B302681FB22E}" presName="compositeNode" presStyleCnt="0">
        <dgm:presLayoutVars>
          <dgm:bulletEnabled val="1"/>
        </dgm:presLayoutVars>
      </dgm:prSet>
      <dgm:spPr/>
    </dgm:pt>
    <dgm:pt modelId="{E1D45850-A819-4D5D-909C-59987E803188}" type="pres">
      <dgm:prSet presAssocID="{608DF93F-82D6-413C-951F-B302681FB22E}" presName="bgRect" presStyleLbl="fgAcc1" presStyleIdx="0" presStyleCnt="4" custLinFactNeighborX="740"/>
      <dgm:spPr/>
    </dgm:pt>
    <dgm:pt modelId="{4D756AF7-EA41-4A96-BA28-7CEE50ED56F2}" type="pres">
      <dgm:prSet presAssocID="{974EA522-9425-4DA2-824F-FCF7B96579C8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322E0260-9108-490B-A3C3-EA522DAAEBF4}" type="pres">
      <dgm:prSet presAssocID="{608DF93F-82D6-413C-951F-B302681FB22E}" presName="nodeRect" presStyleLbl="parChTrans1D1" presStyleIdx="0" presStyleCnt="0">
        <dgm:presLayoutVars>
          <dgm:bulletEnabled val="1"/>
        </dgm:presLayoutVars>
      </dgm:prSet>
      <dgm:spPr/>
    </dgm:pt>
    <dgm:pt modelId="{1251D6BD-B646-4DDB-915E-BD3E8EA67C3F}" type="pres">
      <dgm:prSet presAssocID="{974EA522-9425-4DA2-824F-FCF7B96579C8}" presName="sibTrans" presStyleCnt="0"/>
      <dgm:spPr/>
    </dgm:pt>
    <dgm:pt modelId="{338657C2-9A6C-4519-A1E0-696545AA3702}" type="pres">
      <dgm:prSet presAssocID="{35D71C35-63D5-4C15-9A64-61BFE09B9887}" presName="compositeNode" presStyleCnt="0">
        <dgm:presLayoutVars>
          <dgm:bulletEnabled val="1"/>
        </dgm:presLayoutVars>
      </dgm:prSet>
      <dgm:spPr/>
    </dgm:pt>
    <dgm:pt modelId="{392BC956-2EFA-4648-B145-04DF5C384805}" type="pres">
      <dgm:prSet presAssocID="{35D71C35-63D5-4C15-9A64-61BFE09B9887}" presName="bgRect" presStyleLbl="fgAcc1" presStyleIdx="1" presStyleCnt="4" custLinFactNeighborX="-374" custLinFactNeighborY="775"/>
      <dgm:spPr/>
    </dgm:pt>
    <dgm:pt modelId="{9191CBA9-1080-4286-81F4-05954BB978B7}" type="pres">
      <dgm:prSet presAssocID="{F9FD5971-7E8E-42F3-9FBD-C9CD8D0ECCA7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51E86630-2226-4C94-A4EF-2F865B727C25}" type="pres">
      <dgm:prSet presAssocID="{35D71C35-63D5-4C15-9A64-61BFE09B9887}" presName="nodeRect" presStyleLbl="parChTrans1D1" presStyleIdx="0" presStyleCnt="0">
        <dgm:presLayoutVars>
          <dgm:bulletEnabled val="1"/>
        </dgm:presLayoutVars>
      </dgm:prSet>
      <dgm:spPr/>
    </dgm:pt>
    <dgm:pt modelId="{5BDE6E84-8AF5-409E-A8E8-50C85F923255}" type="pres">
      <dgm:prSet presAssocID="{F9FD5971-7E8E-42F3-9FBD-C9CD8D0ECCA7}" presName="sibTrans" presStyleCnt="0"/>
      <dgm:spPr/>
    </dgm:pt>
    <dgm:pt modelId="{A73F7CCF-CEA6-4FBB-A1C7-64920106B5BE}" type="pres">
      <dgm:prSet presAssocID="{6BDF1CC5-DF28-487F-BE23-4FEA20E62BEB}" presName="compositeNode" presStyleCnt="0">
        <dgm:presLayoutVars>
          <dgm:bulletEnabled val="1"/>
        </dgm:presLayoutVars>
      </dgm:prSet>
      <dgm:spPr/>
    </dgm:pt>
    <dgm:pt modelId="{1D50BF7E-FE85-46DA-908F-1E5793E23448}" type="pres">
      <dgm:prSet presAssocID="{6BDF1CC5-DF28-487F-BE23-4FEA20E62BEB}" presName="bgRect" presStyleLbl="fgAcc1" presStyleIdx="2" presStyleCnt="4" custLinFactNeighborX="1329"/>
      <dgm:spPr/>
    </dgm:pt>
    <dgm:pt modelId="{883CD238-137E-45A3-9ABA-2933058ECF2E}" type="pres">
      <dgm:prSet presAssocID="{AD8472F2-BC24-4817-886B-2688DB1CE2E2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AC5A78C7-D8A3-4A72-AE36-71C53AF13900}" type="pres">
      <dgm:prSet presAssocID="{6BDF1CC5-DF28-487F-BE23-4FEA20E62BEB}" presName="nodeRect" presStyleLbl="parChTrans1D1" presStyleIdx="0" presStyleCnt="0">
        <dgm:presLayoutVars>
          <dgm:bulletEnabled val="1"/>
        </dgm:presLayoutVars>
      </dgm:prSet>
      <dgm:spPr/>
    </dgm:pt>
    <dgm:pt modelId="{0A1752A3-A21D-4DAD-86AE-A6070B4A1EF3}" type="pres">
      <dgm:prSet presAssocID="{AD8472F2-BC24-4817-886B-2688DB1CE2E2}" presName="sibTrans" presStyleCnt="0"/>
      <dgm:spPr/>
    </dgm:pt>
    <dgm:pt modelId="{A8CFD77D-1F6F-47A4-8230-BABC9EB82077}" type="pres">
      <dgm:prSet presAssocID="{840DCAA6-5998-48BC-806F-7453D144B3EF}" presName="compositeNode" presStyleCnt="0">
        <dgm:presLayoutVars>
          <dgm:bulletEnabled val="1"/>
        </dgm:presLayoutVars>
      </dgm:prSet>
      <dgm:spPr/>
    </dgm:pt>
    <dgm:pt modelId="{437538EA-AE2C-4F22-B74D-3941CEDE15EA}" type="pres">
      <dgm:prSet presAssocID="{840DCAA6-5998-48BC-806F-7453D144B3EF}" presName="bgRect" presStyleLbl="fgAcc1" presStyleIdx="3" presStyleCnt="4"/>
      <dgm:spPr/>
    </dgm:pt>
    <dgm:pt modelId="{212A9924-6DC7-4969-B2C2-B661A48490D2}" type="pres">
      <dgm:prSet presAssocID="{51FFF304-4629-45A3-8ACF-F6326AB09FD2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C724A36D-A279-4629-9714-7EB6D6BD552F}" type="pres">
      <dgm:prSet presAssocID="{840DCAA6-5998-48BC-806F-7453D144B3EF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D0DB9A00-397F-4DB3-A8AE-69707B13F2B6}" type="presOf" srcId="{974EA522-9425-4DA2-824F-FCF7B96579C8}" destId="{4D756AF7-EA41-4A96-BA28-7CEE50ED56F2}" srcOrd="0" destOrd="0" presId="urn:microsoft.com/office/officeart/2024/layout/NumberedTitleCardList#1"/>
    <dgm:cxn modelId="{2EF4E329-93AE-48C4-A0FF-2BED751AF70F}" type="presOf" srcId="{6BDF1CC5-DF28-487F-BE23-4FEA20E62BEB}" destId="{1D50BF7E-FE85-46DA-908F-1E5793E23448}" srcOrd="0" destOrd="0" presId="urn:microsoft.com/office/officeart/2024/layout/NumberedTitleCardList#1"/>
    <dgm:cxn modelId="{DF88732C-3CAE-400F-9713-7CEAB4A50D1B}" srcId="{6A29FE6F-CF1D-4B25-B8D7-B8E7C4302FF4}" destId="{608DF93F-82D6-413C-951F-B302681FB22E}" srcOrd="0" destOrd="0" parTransId="{32D5881E-3238-417C-A5F1-A995BE2954B6}" sibTransId="{974EA522-9425-4DA2-824F-FCF7B96579C8}"/>
    <dgm:cxn modelId="{EF1D946E-2854-43AF-AC9F-A38B7DC3A29E}" srcId="{6A29FE6F-CF1D-4B25-B8D7-B8E7C4302FF4}" destId="{840DCAA6-5998-48BC-806F-7453D144B3EF}" srcOrd="3" destOrd="0" parTransId="{3C44A570-5D8E-4606-A51B-9536A257EE0B}" sibTransId="{51FFF304-4629-45A3-8ACF-F6326AB09FD2}"/>
    <dgm:cxn modelId="{20636054-4C4A-4244-A829-768076E05A75}" srcId="{6A29FE6F-CF1D-4B25-B8D7-B8E7C4302FF4}" destId="{6BDF1CC5-DF28-487F-BE23-4FEA20E62BEB}" srcOrd="2" destOrd="0" parTransId="{A729DAF0-1B11-4A08-9DF3-39B8CC022788}" sibTransId="{AD8472F2-BC24-4817-886B-2688DB1CE2E2}"/>
    <dgm:cxn modelId="{9BEA9E57-6ACF-4F71-AD52-340CCABF321B}" type="presOf" srcId="{608DF93F-82D6-413C-951F-B302681FB22E}" destId="{E1D45850-A819-4D5D-909C-59987E803188}" srcOrd="0" destOrd="0" presId="urn:microsoft.com/office/officeart/2024/layout/NumberedTitleCardList#1"/>
    <dgm:cxn modelId="{E474F65A-F4EE-49A3-B159-30CE3F9F59DA}" type="presOf" srcId="{608DF93F-82D6-413C-951F-B302681FB22E}" destId="{322E0260-9108-490B-A3C3-EA522DAAEBF4}" srcOrd="1" destOrd="0" presId="urn:microsoft.com/office/officeart/2024/layout/NumberedTitleCardList#1"/>
    <dgm:cxn modelId="{E480247E-5D59-47C6-BE26-B75A7D207E99}" type="presOf" srcId="{F9FD5971-7E8E-42F3-9FBD-C9CD8D0ECCA7}" destId="{9191CBA9-1080-4286-81F4-05954BB978B7}" srcOrd="0" destOrd="0" presId="urn:microsoft.com/office/officeart/2024/layout/NumberedTitleCardList#1"/>
    <dgm:cxn modelId="{5BA26482-D954-42DA-B968-D311FF95B1E3}" type="presOf" srcId="{840DCAA6-5998-48BC-806F-7453D144B3EF}" destId="{437538EA-AE2C-4F22-B74D-3941CEDE15EA}" srcOrd="0" destOrd="0" presId="urn:microsoft.com/office/officeart/2024/layout/NumberedTitleCardList#1"/>
    <dgm:cxn modelId="{628853A3-91AF-4478-B327-8951F15DEB46}" type="presOf" srcId="{35D71C35-63D5-4C15-9A64-61BFE09B9887}" destId="{392BC956-2EFA-4648-B145-04DF5C384805}" srcOrd="0" destOrd="0" presId="urn:microsoft.com/office/officeart/2024/layout/NumberedTitleCardList#1"/>
    <dgm:cxn modelId="{62509FAA-65B7-4521-8D27-F1C65A8AEA59}" type="presOf" srcId="{AD8472F2-BC24-4817-886B-2688DB1CE2E2}" destId="{883CD238-137E-45A3-9ABA-2933058ECF2E}" srcOrd="0" destOrd="0" presId="urn:microsoft.com/office/officeart/2024/layout/NumberedTitleCardList#1"/>
    <dgm:cxn modelId="{646AC5B2-E525-4D1B-A966-E11A77D87205}" type="presOf" srcId="{51FFF304-4629-45A3-8ACF-F6326AB09FD2}" destId="{212A9924-6DC7-4969-B2C2-B661A48490D2}" srcOrd="0" destOrd="0" presId="urn:microsoft.com/office/officeart/2024/layout/NumberedTitleCardList#1"/>
    <dgm:cxn modelId="{546CCDBC-84D1-495B-84D4-55AE5609C1E3}" srcId="{6A29FE6F-CF1D-4B25-B8D7-B8E7C4302FF4}" destId="{35D71C35-63D5-4C15-9A64-61BFE09B9887}" srcOrd="1" destOrd="0" parTransId="{788C600A-672C-4D9E-A2D4-CF70FD642403}" sibTransId="{F9FD5971-7E8E-42F3-9FBD-C9CD8D0ECCA7}"/>
    <dgm:cxn modelId="{4D9011CB-B8EB-4426-97EC-F64CA312D21D}" type="presOf" srcId="{6BDF1CC5-DF28-487F-BE23-4FEA20E62BEB}" destId="{AC5A78C7-D8A3-4A72-AE36-71C53AF13900}" srcOrd="1" destOrd="0" presId="urn:microsoft.com/office/officeart/2024/layout/NumberedTitleCardList#1"/>
    <dgm:cxn modelId="{B82D79E8-72B7-404B-B4B8-E589AD99F417}" type="presOf" srcId="{35D71C35-63D5-4C15-9A64-61BFE09B9887}" destId="{51E86630-2226-4C94-A4EF-2F865B727C25}" srcOrd="1" destOrd="0" presId="urn:microsoft.com/office/officeart/2024/layout/NumberedTitleCardList#1"/>
    <dgm:cxn modelId="{F477E6F3-158D-4167-8F28-69B5504BCD02}" type="presOf" srcId="{6A29FE6F-CF1D-4B25-B8D7-B8E7C4302FF4}" destId="{17B8D686-9DD8-4046-AF99-AA412D0B8058}" srcOrd="0" destOrd="0" presId="urn:microsoft.com/office/officeart/2024/layout/NumberedTitleCardList#1"/>
    <dgm:cxn modelId="{F0E39BFC-85CB-49E2-B41B-E6B35C626114}" type="presOf" srcId="{840DCAA6-5998-48BC-806F-7453D144B3EF}" destId="{C724A36D-A279-4629-9714-7EB6D6BD552F}" srcOrd="1" destOrd="0" presId="urn:microsoft.com/office/officeart/2024/layout/NumberedTitleCardList#1"/>
    <dgm:cxn modelId="{F45BF6B1-7864-4444-AF5D-4F6E0671400A}" type="presParOf" srcId="{17B8D686-9DD8-4046-AF99-AA412D0B8058}" destId="{AF7435F3-1CA5-438C-B3EC-F2751192072D}" srcOrd="0" destOrd="0" presId="urn:microsoft.com/office/officeart/2024/layout/NumberedTitleCardList#1"/>
    <dgm:cxn modelId="{72D877F6-28B4-4307-841D-CF8917ADB165}" type="presParOf" srcId="{AF7435F3-1CA5-438C-B3EC-F2751192072D}" destId="{E1D45850-A819-4D5D-909C-59987E803188}" srcOrd="0" destOrd="0" presId="urn:microsoft.com/office/officeart/2024/layout/NumberedTitleCardList#1"/>
    <dgm:cxn modelId="{0B9549FC-D05B-424C-9EB2-AD41595B6B60}" type="presParOf" srcId="{AF7435F3-1CA5-438C-B3EC-F2751192072D}" destId="{4D756AF7-EA41-4A96-BA28-7CEE50ED56F2}" srcOrd="1" destOrd="0" presId="urn:microsoft.com/office/officeart/2024/layout/NumberedTitleCardList#1"/>
    <dgm:cxn modelId="{927528E2-E276-4C46-8E57-0FC43F55B3BA}" type="presParOf" srcId="{AF7435F3-1CA5-438C-B3EC-F2751192072D}" destId="{322E0260-9108-490B-A3C3-EA522DAAEBF4}" srcOrd="2" destOrd="0" presId="urn:microsoft.com/office/officeart/2024/layout/NumberedTitleCardList#1"/>
    <dgm:cxn modelId="{14D1B2BE-AEA0-42BC-A634-815C198D2E14}" type="presParOf" srcId="{17B8D686-9DD8-4046-AF99-AA412D0B8058}" destId="{1251D6BD-B646-4DDB-915E-BD3E8EA67C3F}" srcOrd="1" destOrd="0" presId="urn:microsoft.com/office/officeart/2024/layout/NumberedTitleCardList#1"/>
    <dgm:cxn modelId="{E8ECAFC1-82C1-4074-B347-7BBA1BE79EEB}" type="presParOf" srcId="{17B8D686-9DD8-4046-AF99-AA412D0B8058}" destId="{338657C2-9A6C-4519-A1E0-696545AA3702}" srcOrd="2" destOrd="0" presId="urn:microsoft.com/office/officeart/2024/layout/NumberedTitleCardList#1"/>
    <dgm:cxn modelId="{1E7EFA0D-7F09-49EA-B855-7D907456C913}" type="presParOf" srcId="{338657C2-9A6C-4519-A1E0-696545AA3702}" destId="{392BC956-2EFA-4648-B145-04DF5C384805}" srcOrd="0" destOrd="0" presId="urn:microsoft.com/office/officeart/2024/layout/NumberedTitleCardList#1"/>
    <dgm:cxn modelId="{D0B60B94-C6B2-4A43-A747-926A9171A942}" type="presParOf" srcId="{338657C2-9A6C-4519-A1E0-696545AA3702}" destId="{9191CBA9-1080-4286-81F4-05954BB978B7}" srcOrd="1" destOrd="0" presId="urn:microsoft.com/office/officeart/2024/layout/NumberedTitleCardList#1"/>
    <dgm:cxn modelId="{D48B27C4-7D3F-4B9A-A5D7-F13B362B7E1E}" type="presParOf" srcId="{338657C2-9A6C-4519-A1E0-696545AA3702}" destId="{51E86630-2226-4C94-A4EF-2F865B727C25}" srcOrd="2" destOrd="0" presId="urn:microsoft.com/office/officeart/2024/layout/NumberedTitleCardList#1"/>
    <dgm:cxn modelId="{924D8DD3-55BA-4D4B-8584-14670EE8BF30}" type="presParOf" srcId="{17B8D686-9DD8-4046-AF99-AA412D0B8058}" destId="{5BDE6E84-8AF5-409E-A8E8-50C85F923255}" srcOrd="3" destOrd="0" presId="urn:microsoft.com/office/officeart/2024/layout/NumberedTitleCardList#1"/>
    <dgm:cxn modelId="{86ADCCE4-9121-4148-8AB1-A17569814C01}" type="presParOf" srcId="{17B8D686-9DD8-4046-AF99-AA412D0B8058}" destId="{A73F7CCF-CEA6-4FBB-A1C7-64920106B5BE}" srcOrd="4" destOrd="0" presId="urn:microsoft.com/office/officeart/2024/layout/NumberedTitleCardList#1"/>
    <dgm:cxn modelId="{DE664947-8267-46CD-A70B-ADE3D8F56E06}" type="presParOf" srcId="{A73F7CCF-CEA6-4FBB-A1C7-64920106B5BE}" destId="{1D50BF7E-FE85-46DA-908F-1E5793E23448}" srcOrd="0" destOrd="0" presId="urn:microsoft.com/office/officeart/2024/layout/NumberedTitleCardList#1"/>
    <dgm:cxn modelId="{3593F974-3CB4-4E2B-97A8-7A75089F35B6}" type="presParOf" srcId="{A73F7CCF-CEA6-4FBB-A1C7-64920106B5BE}" destId="{883CD238-137E-45A3-9ABA-2933058ECF2E}" srcOrd="1" destOrd="0" presId="urn:microsoft.com/office/officeart/2024/layout/NumberedTitleCardList#1"/>
    <dgm:cxn modelId="{D8DDDDD2-21D8-49F0-AD7E-80E4C843EB67}" type="presParOf" srcId="{A73F7CCF-CEA6-4FBB-A1C7-64920106B5BE}" destId="{AC5A78C7-D8A3-4A72-AE36-71C53AF13900}" srcOrd="2" destOrd="0" presId="urn:microsoft.com/office/officeart/2024/layout/NumberedTitleCardList#1"/>
    <dgm:cxn modelId="{38749EB2-4B9D-4EA6-B5C3-0720CF59F5FD}" type="presParOf" srcId="{17B8D686-9DD8-4046-AF99-AA412D0B8058}" destId="{0A1752A3-A21D-4DAD-86AE-A6070B4A1EF3}" srcOrd="5" destOrd="0" presId="urn:microsoft.com/office/officeart/2024/layout/NumberedTitleCardList#1"/>
    <dgm:cxn modelId="{A0253726-92A5-4C2D-AF6B-B28BF147C728}" type="presParOf" srcId="{17B8D686-9DD8-4046-AF99-AA412D0B8058}" destId="{A8CFD77D-1F6F-47A4-8230-BABC9EB82077}" srcOrd="6" destOrd="0" presId="urn:microsoft.com/office/officeart/2024/layout/NumberedTitleCardList#1"/>
    <dgm:cxn modelId="{6A0A1145-395F-4A99-80F1-EC1A572C1B44}" type="presParOf" srcId="{A8CFD77D-1F6F-47A4-8230-BABC9EB82077}" destId="{437538EA-AE2C-4F22-B74D-3941CEDE15EA}" srcOrd="0" destOrd="0" presId="urn:microsoft.com/office/officeart/2024/layout/NumberedTitleCardList#1"/>
    <dgm:cxn modelId="{5327EC43-0C9B-4BE3-A967-170B0DADFE45}" type="presParOf" srcId="{A8CFD77D-1F6F-47A4-8230-BABC9EB82077}" destId="{212A9924-6DC7-4969-B2C2-B661A48490D2}" srcOrd="1" destOrd="0" presId="urn:microsoft.com/office/officeart/2024/layout/NumberedTitleCardList#1"/>
    <dgm:cxn modelId="{E1ECE991-8736-4E08-991D-97ECED16930B}" type="presParOf" srcId="{A8CFD77D-1F6F-47A4-8230-BABC9EB82077}" destId="{C724A36D-A279-4629-9714-7EB6D6BD552F}" srcOrd="2" destOrd="0" presId="urn:microsoft.com/office/officeart/2024/layout/NumberedTitleCardList#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45850-A819-4D5D-909C-59987E803188}">
      <dsp:nvSpPr>
        <dsp:cNvPr id="0" name=""/>
        <dsp:cNvSpPr/>
      </dsp:nvSpPr>
      <dsp:spPr>
        <a:xfrm>
          <a:off x="149" y="86405"/>
          <a:ext cx="1802556" cy="2163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Attraction</a:t>
          </a:r>
        </a:p>
      </dsp:txBody>
      <dsp:txXfrm>
        <a:off x="149" y="951632"/>
        <a:ext cx="1802556" cy="1297840"/>
      </dsp:txXfrm>
    </dsp:sp>
    <dsp:sp modelId="{4D756AF7-EA41-4A96-BA28-7CEE50ED56F2}">
      <dsp:nvSpPr>
        <dsp:cNvPr id="0" name=""/>
        <dsp:cNvSpPr/>
      </dsp:nvSpPr>
      <dsp:spPr>
        <a:xfrm>
          <a:off x="149" y="86405"/>
          <a:ext cx="1802556" cy="8652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01</a:t>
          </a:r>
        </a:p>
      </dsp:txBody>
      <dsp:txXfrm>
        <a:off x="149" y="86405"/>
        <a:ext cx="1802556" cy="865226"/>
      </dsp:txXfrm>
    </dsp:sp>
    <dsp:sp modelId="{392BC956-2EFA-4648-B145-04DF5C384805}">
      <dsp:nvSpPr>
        <dsp:cNvPr id="0" name=""/>
        <dsp:cNvSpPr/>
      </dsp:nvSpPr>
      <dsp:spPr>
        <a:xfrm>
          <a:off x="1940168" y="103169"/>
          <a:ext cx="1802556" cy="2163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Attraction</a:t>
          </a:r>
        </a:p>
      </dsp:txBody>
      <dsp:txXfrm>
        <a:off x="1940168" y="968396"/>
        <a:ext cx="1802556" cy="1297840"/>
      </dsp:txXfrm>
    </dsp:sp>
    <dsp:sp modelId="{9191CBA9-1080-4286-81F4-05954BB978B7}">
      <dsp:nvSpPr>
        <dsp:cNvPr id="0" name=""/>
        <dsp:cNvSpPr/>
      </dsp:nvSpPr>
      <dsp:spPr>
        <a:xfrm>
          <a:off x="1946910" y="86405"/>
          <a:ext cx="1802556" cy="8652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02</a:t>
          </a:r>
        </a:p>
      </dsp:txBody>
      <dsp:txXfrm>
        <a:off x="1946910" y="86405"/>
        <a:ext cx="1802556" cy="865226"/>
      </dsp:txXfrm>
    </dsp:sp>
    <dsp:sp modelId="{5A0DCF55-63E4-4649-89BD-A31BA79B553D}">
      <dsp:nvSpPr>
        <dsp:cNvPr id="0" name=""/>
        <dsp:cNvSpPr/>
      </dsp:nvSpPr>
      <dsp:spPr>
        <a:xfrm>
          <a:off x="3893670" y="86405"/>
          <a:ext cx="1802556" cy="2163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Attraction</a:t>
          </a:r>
        </a:p>
      </dsp:txBody>
      <dsp:txXfrm>
        <a:off x="3893670" y="951632"/>
        <a:ext cx="1802556" cy="1297840"/>
      </dsp:txXfrm>
    </dsp:sp>
    <dsp:sp modelId="{5BFC3CB4-DA66-4A17-B09D-2BACBAEFE8E9}">
      <dsp:nvSpPr>
        <dsp:cNvPr id="0" name=""/>
        <dsp:cNvSpPr/>
      </dsp:nvSpPr>
      <dsp:spPr>
        <a:xfrm>
          <a:off x="3893670" y="86405"/>
          <a:ext cx="1802556" cy="8652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03</a:t>
          </a:r>
        </a:p>
      </dsp:txBody>
      <dsp:txXfrm>
        <a:off x="3893670" y="86405"/>
        <a:ext cx="1802556" cy="865226"/>
      </dsp:txXfrm>
    </dsp:sp>
    <dsp:sp modelId="{B32EDB05-CE43-4E95-B079-C9DBFA9C7C8B}">
      <dsp:nvSpPr>
        <dsp:cNvPr id="0" name=""/>
        <dsp:cNvSpPr/>
      </dsp:nvSpPr>
      <dsp:spPr>
        <a:xfrm>
          <a:off x="5840580" y="86405"/>
          <a:ext cx="1802556" cy="2163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Attraction</a:t>
          </a:r>
        </a:p>
      </dsp:txBody>
      <dsp:txXfrm>
        <a:off x="5840580" y="951632"/>
        <a:ext cx="1802556" cy="1297840"/>
      </dsp:txXfrm>
    </dsp:sp>
    <dsp:sp modelId="{BAD1B6BB-C3DD-4F24-8113-8243859524E0}">
      <dsp:nvSpPr>
        <dsp:cNvPr id="0" name=""/>
        <dsp:cNvSpPr/>
      </dsp:nvSpPr>
      <dsp:spPr>
        <a:xfrm>
          <a:off x="5840431" y="86405"/>
          <a:ext cx="1802556" cy="8652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04</a:t>
          </a:r>
        </a:p>
      </dsp:txBody>
      <dsp:txXfrm>
        <a:off x="5840431" y="86405"/>
        <a:ext cx="1802556" cy="8652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45850-A819-4D5D-909C-59987E803188}">
      <dsp:nvSpPr>
        <dsp:cNvPr id="0" name=""/>
        <dsp:cNvSpPr/>
      </dsp:nvSpPr>
      <dsp:spPr>
        <a:xfrm>
          <a:off x="9053" y="72431"/>
          <a:ext cx="1802556" cy="2163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Location</a:t>
          </a:r>
        </a:p>
      </dsp:txBody>
      <dsp:txXfrm>
        <a:off x="9053" y="937658"/>
        <a:ext cx="1802556" cy="1297840"/>
      </dsp:txXfrm>
    </dsp:sp>
    <dsp:sp modelId="{4D756AF7-EA41-4A96-BA28-7CEE50ED56F2}">
      <dsp:nvSpPr>
        <dsp:cNvPr id="0" name=""/>
        <dsp:cNvSpPr/>
      </dsp:nvSpPr>
      <dsp:spPr>
        <a:xfrm>
          <a:off x="149" y="86405"/>
          <a:ext cx="1802556" cy="8652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01</a:t>
          </a:r>
        </a:p>
      </dsp:txBody>
      <dsp:txXfrm>
        <a:off x="149" y="86405"/>
        <a:ext cx="1802556" cy="865226"/>
      </dsp:txXfrm>
    </dsp:sp>
    <dsp:sp modelId="{392BC956-2EFA-4648-B145-04DF5C384805}">
      <dsp:nvSpPr>
        <dsp:cNvPr id="0" name=""/>
        <dsp:cNvSpPr/>
      </dsp:nvSpPr>
      <dsp:spPr>
        <a:xfrm>
          <a:off x="1940168" y="103169"/>
          <a:ext cx="1802556" cy="2163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Location</a:t>
          </a:r>
        </a:p>
      </dsp:txBody>
      <dsp:txXfrm>
        <a:off x="1940168" y="968396"/>
        <a:ext cx="1802556" cy="1297840"/>
      </dsp:txXfrm>
    </dsp:sp>
    <dsp:sp modelId="{9191CBA9-1080-4286-81F4-05954BB978B7}">
      <dsp:nvSpPr>
        <dsp:cNvPr id="0" name=""/>
        <dsp:cNvSpPr/>
      </dsp:nvSpPr>
      <dsp:spPr>
        <a:xfrm>
          <a:off x="1946910" y="86405"/>
          <a:ext cx="1802556" cy="8652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02</a:t>
          </a:r>
        </a:p>
      </dsp:txBody>
      <dsp:txXfrm>
        <a:off x="1946910" y="86405"/>
        <a:ext cx="1802556" cy="865226"/>
      </dsp:txXfrm>
    </dsp:sp>
    <dsp:sp modelId="{5A0DCF55-63E4-4649-89BD-A31BA79B553D}">
      <dsp:nvSpPr>
        <dsp:cNvPr id="0" name=""/>
        <dsp:cNvSpPr/>
      </dsp:nvSpPr>
      <dsp:spPr>
        <a:xfrm>
          <a:off x="3893670" y="86405"/>
          <a:ext cx="1802556" cy="2163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Location</a:t>
          </a:r>
        </a:p>
      </dsp:txBody>
      <dsp:txXfrm>
        <a:off x="3893670" y="951632"/>
        <a:ext cx="1802556" cy="1297840"/>
      </dsp:txXfrm>
    </dsp:sp>
    <dsp:sp modelId="{5BFC3CB4-DA66-4A17-B09D-2BACBAEFE8E9}">
      <dsp:nvSpPr>
        <dsp:cNvPr id="0" name=""/>
        <dsp:cNvSpPr/>
      </dsp:nvSpPr>
      <dsp:spPr>
        <a:xfrm>
          <a:off x="3893670" y="86405"/>
          <a:ext cx="1802556" cy="8652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800" kern="1200"/>
            <a:t>03</a:t>
          </a:r>
        </a:p>
      </dsp:txBody>
      <dsp:txXfrm>
        <a:off x="3893670" y="86405"/>
        <a:ext cx="1802556" cy="865226"/>
      </dsp:txXfrm>
    </dsp:sp>
    <dsp:sp modelId="{B32EDB05-CE43-4E95-B079-C9DBFA9C7C8B}">
      <dsp:nvSpPr>
        <dsp:cNvPr id="0" name=""/>
        <dsp:cNvSpPr/>
      </dsp:nvSpPr>
      <dsp:spPr>
        <a:xfrm>
          <a:off x="5840431" y="86405"/>
          <a:ext cx="1802556" cy="2163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Location</a:t>
          </a:r>
        </a:p>
      </dsp:txBody>
      <dsp:txXfrm>
        <a:off x="5840431" y="951632"/>
        <a:ext cx="1802556" cy="1297840"/>
      </dsp:txXfrm>
    </dsp:sp>
    <dsp:sp modelId="{BAD1B6BB-C3DD-4F24-8113-8243859524E0}">
      <dsp:nvSpPr>
        <dsp:cNvPr id="0" name=""/>
        <dsp:cNvSpPr/>
      </dsp:nvSpPr>
      <dsp:spPr>
        <a:xfrm>
          <a:off x="5840431" y="86405"/>
          <a:ext cx="1802556" cy="86522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04</a:t>
          </a:r>
        </a:p>
      </dsp:txBody>
      <dsp:txXfrm>
        <a:off x="5840431" y="86405"/>
        <a:ext cx="1802556" cy="8652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45850-A819-4D5D-909C-59987E803188}">
      <dsp:nvSpPr>
        <dsp:cNvPr id="0" name=""/>
        <dsp:cNvSpPr/>
      </dsp:nvSpPr>
      <dsp:spPr>
        <a:xfrm>
          <a:off x="29563" y="0"/>
          <a:ext cx="3672288" cy="1182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50" tIns="0" rIns="6477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Option</a:t>
          </a:r>
        </a:p>
      </dsp:txBody>
      <dsp:txXfrm>
        <a:off x="29563" y="472801"/>
        <a:ext cx="3672288" cy="709201"/>
      </dsp:txXfrm>
    </dsp:sp>
    <dsp:sp modelId="{4D756AF7-EA41-4A96-BA28-7CEE50ED56F2}">
      <dsp:nvSpPr>
        <dsp:cNvPr id="0" name=""/>
        <dsp:cNvSpPr/>
      </dsp:nvSpPr>
      <dsp:spPr>
        <a:xfrm>
          <a:off x="2388" y="0"/>
          <a:ext cx="3672288" cy="4728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50" tIns="165100" rIns="64775" bIns="1651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01</a:t>
          </a:r>
        </a:p>
      </dsp:txBody>
      <dsp:txXfrm>
        <a:off x="2388" y="0"/>
        <a:ext cx="3672288" cy="472801"/>
      </dsp:txXfrm>
    </dsp:sp>
    <dsp:sp modelId="{392BC956-2EFA-4648-B145-04DF5C384805}">
      <dsp:nvSpPr>
        <dsp:cNvPr id="0" name=""/>
        <dsp:cNvSpPr/>
      </dsp:nvSpPr>
      <dsp:spPr>
        <a:xfrm>
          <a:off x="3954725" y="0"/>
          <a:ext cx="3672288" cy="1182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50" tIns="0" rIns="6477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Option</a:t>
          </a:r>
        </a:p>
      </dsp:txBody>
      <dsp:txXfrm>
        <a:off x="3954725" y="472801"/>
        <a:ext cx="3672288" cy="709201"/>
      </dsp:txXfrm>
    </dsp:sp>
    <dsp:sp modelId="{9191CBA9-1080-4286-81F4-05954BB978B7}">
      <dsp:nvSpPr>
        <dsp:cNvPr id="0" name=""/>
        <dsp:cNvSpPr/>
      </dsp:nvSpPr>
      <dsp:spPr>
        <a:xfrm>
          <a:off x="3968460" y="0"/>
          <a:ext cx="3672288" cy="4728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50" tIns="165100" rIns="64775" bIns="1651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02</a:t>
          </a:r>
        </a:p>
      </dsp:txBody>
      <dsp:txXfrm>
        <a:off x="3968460" y="0"/>
        <a:ext cx="3672288" cy="4728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45850-A819-4D5D-909C-59987E803188}">
      <dsp:nvSpPr>
        <dsp:cNvPr id="0" name=""/>
        <dsp:cNvSpPr/>
      </dsp:nvSpPr>
      <dsp:spPr>
        <a:xfrm>
          <a:off x="13488" y="0"/>
          <a:ext cx="1802556" cy="1182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Option</a:t>
          </a:r>
        </a:p>
      </dsp:txBody>
      <dsp:txXfrm>
        <a:off x="13488" y="472801"/>
        <a:ext cx="1802556" cy="709201"/>
      </dsp:txXfrm>
    </dsp:sp>
    <dsp:sp modelId="{4D756AF7-EA41-4A96-BA28-7CEE50ED56F2}">
      <dsp:nvSpPr>
        <dsp:cNvPr id="0" name=""/>
        <dsp:cNvSpPr/>
      </dsp:nvSpPr>
      <dsp:spPr>
        <a:xfrm>
          <a:off x="149" y="0"/>
          <a:ext cx="1802556" cy="4728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01</a:t>
          </a:r>
        </a:p>
      </dsp:txBody>
      <dsp:txXfrm>
        <a:off x="149" y="0"/>
        <a:ext cx="1802556" cy="472801"/>
      </dsp:txXfrm>
    </dsp:sp>
    <dsp:sp modelId="{392BC956-2EFA-4648-B145-04DF5C384805}">
      <dsp:nvSpPr>
        <dsp:cNvPr id="0" name=""/>
        <dsp:cNvSpPr/>
      </dsp:nvSpPr>
      <dsp:spPr>
        <a:xfrm>
          <a:off x="1940168" y="0"/>
          <a:ext cx="1802556" cy="1182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Option</a:t>
          </a:r>
        </a:p>
      </dsp:txBody>
      <dsp:txXfrm>
        <a:off x="1940168" y="472801"/>
        <a:ext cx="1802556" cy="709201"/>
      </dsp:txXfrm>
    </dsp:sp>
    <dsp:sp modelId="{9191CBA9-1080-4286-81F4-05954BB978B7}">
      <dsp:nvSpPr>
        <dsp:cNvPr id="0" name=""/>
        <dsp:cNvSpPr/>
      </dsp:nvSpPr>
      <dsp:spPr>
        <a:xfrm>
          <a:off x="1946910" y="0"/>
          <a:ext cx="1802556" cy="4728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400" kern="1200"/>
            <a:t>02</a:t>
          </a:r>
        </a:p>
      </dsp:txBody>
      <dsp:txXfrm>
        <a:off x="1946910" y="0"/>
        <a:ext cx="1802556" cy="472801"/>
      </dsp:txXfrm>
    </dsp:sp>
    <dsp:sp modelId="{1D50BF7E-FE85-46DA-908F-1E5793E23448}">
      <dsp:nvSpPr>
        <dsp:cNvPr id="0" name=""/>
        <dsp:cNvSpPr/>
      </dsp:nvSpPr>
      <dsp:spPr>
        <a:xfrm>
          <a:off x="3917626" y="0"/>
          <a:ext cx="1802556" cy="1182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Option</a:t>
          </a:r>
        </a:p>
      </dsp:txBody>
      <dsp:txXfrm>
        <a:off x="3917626" y="472801"/>
        <a:ext cx="1802556" cy="709201"/>
      </dsp:txXfrm>
    </dsp:sp>
    <dsp:sp modelId="{883CD238-137E-45A3-9ABA-2933058ECF2E}">
      <dsp:nvSpPr>
        <dsp:cNvPr id="0" name=""/>
        <dsp:cNvSpPr/>
      </dsp:nvSpPr>
      <dsp:spPr>
        <a:xfrm>
          <a:off x="3893670" y="0"/>
          <a:ext cx="1802556" cy="4728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03</a:t>
          </a:r>
        </a:p>
      </dsp:txBody>
      <dsp:txXfrm>
        <a:off x="3893670" y="0"/>
        <a:ext cx="1802556" cy="472801"/>
      </dsp:txXfrm>
    </dsp:sp>
    <dsp:sp modelId="{437538EA-AE2C-4F22-B74D-3941CEDE15EA}">
      <dsp:nvSpPr>
        <dsp:cNvPr id="0" name=""/>
        <dsp:cNvSpPr/>
      </dsp:nvSpPr>
      <dsp:spPr>
        <a:xfrm>
          <a:off x="5840431" y="0"/>
          <a:ext cx="1802556" cy="11820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0" rIns="3179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Option</a:t>
          </a:r>
        </a:p>
      </dsp:txBody>
      <dsp:txXfrm>
        <a:off x="5840431" y="472801"/>
        <a:ext cx="1802556" cy="709201"/>
      </dsp:txXfrm>
    </dsp:sp>
    <dsp:sp modelId="{212A9924-6DC7-4969-B2C2-B661A48490D2}">
      <dsp:nvSpPr>
        <dsp:cNvPr id="0" name=""/>
        <dsp:cNvSpPr/>
      </dsp:nvSpPr>
      <dsp:spPr>
        <a:xfrm>
          <a:off x="5840431" y="0"/>
          <a:ext cx="1802556" cy="4728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0" tIns="165100" rIns="31795" bIns="1651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04</a:t>
          </a:r>
        </a:p>
      </dsp:txBody>
      <dsp:txXfrm>
        <a:off x="5840431" y="0"/>
        <a:ext cx="1802556" cy="472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textcard" pri="201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04959952-243E-494F-AE5A-26B11FB1230C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0160EAFE-9581-4CAD-907B-59390CEE1AB3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938F2D39-FCB9-4D7F-A9F0-A5F1C482DB18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textcard" pri="201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04959952-243E-494F-AE5A-26B11FB1230C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0160EAFE-9581-4CAD-907B-59390CEE1AB3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938F2D39-FCB9-4D7F-A9F0-A5F1C482DB18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textcard" pri="201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04959952-243E-494F-AE5A-26B11FB1230C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0160EAFE-9581-4CAD-907B-59390CEE1AB3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938F2D39-FCB9-4D7F-A9F0-A5F1C482DB18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textcard" pri="201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04959952-243E-494F-AE5A-26B11FB1230C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0160EAFE-9581-4CAD-907B-59390CEE1AB3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938F2D39-FCB9-4D7F-A9F0-A5F1C482DB18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5AFE9-E242-3330-CFD9-823A7121B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00CD3-CDFE-9D15-6DFC-6E5E48604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67BBD-6FCF-CD6B-D74F-C8EB0171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00021-2642-8339-2C30-3869C1CB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E646C-4928-FF72-1603-F955E661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2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720AF-7E94-4B84-1B53-EFFAA5C1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C0549-D571-1CE6-64A4-7A240D530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6A27B-DDDE-592C-6BBF-ED06A3A5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5353F-6E8A-901C-6261-515541F43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26DB5-32A3-A0A4-91EE-21ACE752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9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545B-639A-D027-6A5D-A5639E95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D0F2F-974A-81F4-3092-F6BE9B8C9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5256C-3DF1-79D5-7DAD-2D5E6835C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B3CD4-4D8F-BF72-277E-D5BFA58A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FE264-7C26-8430-52C5-15995F44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05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1B09-3110-78EB-5696-2CEA079A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E21C0-51D8-0756-DBC4-D5D20776B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A41B8-D4F8-265B-B1D7-C3A381DEB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71CE2-2C13-02E6-8594-9C4CEBFB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EB60F-187F-02A7-DD57-D53761E5A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C67B0-6DF4-8A87-CCC9-23B78D13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32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2EE2-3F79-E965-E3B7-D9A2E7270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7C1DE-B35E-3D1B-9304-4CC72CD30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E1653-D697-E4B1-7687-9F3315CB7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87E8EE-D31B-5814-7001-7E5AC3178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39CAF-BB95-659D-254F-AA3108DD4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EF759D-277A-91A2-BBD1-3C551B26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ADC548-7186-12A5-1245-11598ED7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5F7E0-6B13-CA8E-6C11-CD1F8EC7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0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8951-5C79-5ECA-E574-C7EAF808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87FC3-2569-C893-92CE-F34481F7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46C06-417A-02FC-9D51-99E7324C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4CC59-A67E-DB70-74C5-2B85BB2E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66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2BF1D-DDBE-9FCD-9AB9-619DC2D6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1D840-44B0-E2A7-63BA-269624FA7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17878-87BA-824F-3E99-921A2980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20CB-8731-FEE7-BDDB-D22FB32BB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EE76F-C986-5D80-682A-5A4DE49EC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52661-046D-1A4A-9B10-77CF52926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915BF-70B3-1168-DFFD-F53C5469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D8E6B-793E-E6BB-CE4D-43A5FA31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BFFA4-0976-E1AE-3D02-C195B0AA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5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19F9-9B2B-0B61-5362-69C03BE6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2CC2D-4670-0BC9-CC8A-20CE91E5F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7138D-84A8-CF4B-D11A-5512B0D4A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FEB4A-6A7C-8DD2-E42E-ED97BB57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24380-F509-1699-0F97-8256B9875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AEF8B-D82B-7A19-9F06-6FF37896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7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F8C5-43AE-B177-476F-7D21B137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28D67-B2BB-C2C8-CF4E-4FE30BED5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B31D5-185D-143F-F59C-EEC0BAD84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A3003-EAB2-0372-7850-55FB3D80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FE806-D1B1-4924-4981-312632EA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1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5FF5C-2D23-C3A3-76B8-5C7E9F7BB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F6A1E-7CBE-CE6E-3BB9-BBB559463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761B-B5EC-D8F0-94D6-D8F79E5D8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4F293-A7D3-787B-EBD0-DD7831AE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E724-1010-B2AF-CDA0-7A3C1C76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4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43960A-EF85-ABBF-4930-81576610D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B1D4F-FE21-ACEE-4A3D-1BAA4FB8A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EE5B3-337B-3DF4-42AE-ECE4115C9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C9D42-771D-4AC4-A8F4-045C778E572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8272B-6557-E7EB-ABED-B4DB96925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6539C-E691-886E-850A-15CC8C34D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F61703-095F-4F38-AF8F-AB9960D8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7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A27F01-72A3-62E2-6B3F-25A0EE834620}"/>
              </a:ext>
            </a:extLst>
          </p:cNvPr>
          <p:cNvSpPr txBox="1"/>
          <p:nvPr/>
        </p:nvSpPr>
        <p:spPr>
          <a:xfrm>
            <a:off x="1" y="6111089"/>
            <a:ext cx="121920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@2026 Student Prototype</a:t>
            </a:r>
          </a:p>
          <a:p>
            <a:pPr algn="ctr"/>
            <a:r>
              <a:rPr lang="en-US" b="1" dirty="0"/>
              <a:t>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1CB6E-45C6-563A-3E59-9E6040E67FE6}"/>
              </a:ext>
            </a:extLst>
          </p:cNvPr>
          <p:cNvSpPr txBox="1"/>
          <p:nvPr/>
        </p:nvSpPr>
        <p:spPr>
          <a:xfrm>
            <a:off x="108642" y="192913"/>
            <a:ext cx="1181477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Taniti</a:t>
            </a:r>
            <a:r>
              <a:rPr lang="en-US" dirty="0"/>
              <a:t> Island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E82468-D791-4937-659D-D32E63B836CC}"/>
              </a:ext>
            </a:extLst>
          </p:cNvPr>
          <p:cNvSpPr/>
          <p:nvPr/>
        </p:nvSpPr>
        <p:spPr>
          <a:xfrm>
            <a:off x="5701167" y="19291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About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216E9E-BA96-530E-C513-14D590CD604C}"/>
              </a:ext>
            </a:extLst>
          </p:cNvPr>
          <p:cNvSpPr/>
          <p:nvPr/>
        </p:nvSpPr>
        <p:spPr>
          <a:xfrm>
            <a:off x="6943001" y="192913"/>
            <a:ext cx="106076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Things to 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5121B7-8877-FBC3-12F2-79E91AC4C2F6}"/>
              </a:ext>
            </a:extLst>
          </p:cNvPr>
          <p:cNvSpPr/>
          <p:nvPr/>
        </p:nvSpPr>
        <p:spPr>
          <a:xfrm>
            <a:off x="8318121" y="19291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Where to stay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870B8-E4A4-EBF7-80E6-79E4DA2C9813}"/>
              </a:ext>
            </a:extLst>
          </p:cNvPr>
          <p:cNvSpPr/>
          <p:nvPr/>
        </p:nvSpPr>
        <p:spPr>
          <a:xfrm>
            <a:off x="9517705" y="19291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Transportation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4F47D3-3D82-1AF5-0D01-E08707C065AE}"/>
              </a:ext>
            </a:extLst>
          </p:cNvPr>
          <p:cNvSpPr/>
          <p:nvPr/>
        </p:nvSpPr>
        <p:spPr>
          <a:xfrm>
            <a:off x="10807835" y="19291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Plan a trip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0538CC-86B5-F3E6-283D-867CEAA6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476" y="1205971"/>
            <a:ext cx="5340559" cy="22230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D7C2F3-262C-2BA7-B42E-6ECBBCBF4DD2}"/>
              </a:ext>
            </a:extLst>
          </p:cNvPr>
          <p:cNvSpPr txBox="1"/>
          <p:nvPr/>
        </p:nvSpPr>
        <p:spPr>
          <a:xfrm>
            <a:off x="606582" y="1638675"/>
            <a:ext cx="3784348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ex </a:t>
            </a:r>
            <a:r>
              <a:rPr lang="en-US" dirty="0" err="1"/>
              <a:t>sapien</a:t>
            </a:r>
            <a:r>
              <a:rPr lang="en-US" dirty="0"/>
              <a:t> vitae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628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2FF16-75D7-D6C7-CF54-D5768FE5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448733-89F4-5F3A-DC16-2222E6FE8563}"/>
              </a:ext>
            </a:extLst>
          </p:cNvPr>
          <p:cNvSpPr txBox="1"/>
          <p:nvPr/>
        </p:nvSpPr>
        <p:spPr>
          <a:xfrm>
            <a:off x="-42250" y="5934670"/>
            <a:ext cx="12276499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@2026 Student Prototype</a:t>
            </a:r>
          </a:p>
          <a:p>
            <a:pPr algn="ctr"/>
            <a:r>
              <a:rPr lang="en-US" b="1" dirty="0"/>
              <a:t>All Rights Reserved.</a:t>
            </a:r>
          </a:p>
          <a:p>
            <a:pPr algn="ctr"/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16DB1-775A-2C9B-29E6-27242BDF05B6}"/>
              </a:ext>
            </a:extLst>
          </p:cNvPr>
          <p:cNvSpPr txBox="1"/>
          <p:nvPr/>
        </p:nvSpPr>
        <p:spPr>
          <a:xfrm>
            <a:off x="108642" y="192913"/>
            <a:ext cx="1208335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Taniti</a:t>
            </a:r>
            <a:r>
              <a:rPr lang="en-US" dirty="0"/>
              <a:t> Island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94397B-9F8F-2586-FB60-5E5AA99F27E9}"/>
              </a:ext>
            </a:extLst>
          </p:cNvPr>
          <p:cNvSpPr/>
          <p:nvPr/>
        </p:nvSpPr>
        <p:spPr>
          <a:xfrm>
            <a:off x="5701167" y="19291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About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7536AD-D5C6-F9B3-8F00-AB4B86908ECF}"/>
              </a:ext>
            </a:extLst>
          </p:cNvPr>
          <p:cNvSpPr/>
          <p:nvPr/>
        </p:nvSpPr>
        <p:spPr>
          <a:xfrm>
            <a:off x="6943001" y="192913"/>
            <a:ext cx="106076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Things to 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4FAFF2-9CA7-629D-DA94-0206BC5402F6}"/>
              </a:ext>
            </a:extLst>
          </p:cNvPr>
          <p:cNvSpPr/>
          <p:nvPr/>
        </p:nvSpPr>
        <p:spPr>
          <a:xfrm>
            <a:off x="8331200" y="18119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Where to stay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D6C511-A65E-E0C1-3432-FCA6393D878D}"/>
              </a:ext>
            </a:extLst>
          </p:cNvPr>
          <p:cNvSpPr/>
          <p:nvPr/>
        </p:nvSpPr>
        <p:spPr>
          <a:xfrm>
            <a:off x="9524245" y="18119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Transportation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E1F010-2C90-942E-9930-56647D3AAE62}"/>
              </a:ext>
            </a:extLst>
          </p:cNvPr>
          <p:cNvSpPr/>
          <p:nvPr/>
        </p:nvSpPr>
        <p:spPr>
          <a:xfrm>
            <a:off x="10717290" y="20463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Plan a trip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70E6D-18D3-3C74-E2EF-E06FDE862C16}"/>
              </a:ext>
            </a:extLst>
          </p:cNvPr>
          <p:cNvSpPr txBox="1"/>
          <p:nvPr/>
        </p:nvSpPr>
        <p:spPr>
          <a:xfrm>
            <a:off x="371192" y="986828"/>
            <a:ext cx="473496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ex </a:t>
            </a:r>
            <a:r>
              <a:rPr lang="en-US" dirty="0" err="1"/>
              <a:t>sapien</a:t>
            </a:r>
            <a:r>
              <a:rPr lang="en-US" dirty="0"/>
              <a:t> vitae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In id cursus mi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duis</a:t>
            </a:r>
            <a:r>
              <a:rPr lang="en-US" dirty="0"/>
              <a:t> convallis. Tempus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sed diam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 Pulvinar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nec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1DA124-9569-D88B-1B4C-53C0B5AE7449}"/>
              </a:ext>
            </a:extLst>
          </p:cNvPr>
          <p:cNvSpPr/>
          <p:nvPr/>
        </p:nvSpPr>
        <p:spPr>
          <a:xfrm>
            <a:off x="6599472" y="986828"/>
            <a:ext cx="3603279" cy="6699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Random Fact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640A28-3FDB-369C-82B6-337922053E91}"/>
              </a:ext>
            </a:extLst>
          </p:cNvPr>
          <p:cNvSpPr/>
          <p:nvPr/>
        </p:nvSpPr>
        <p:spPr>
          <a:xfrm>
            <a:off x="6615567" y="1818238"/>
            <a:ext cx="3603279" cy="6699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Random Fact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90EF9F-80D7-1016-7C24-55B3C4CA0742}"/>
              </a:ext>
            </a:extLst>
          </p:cNvPr>
          <p:cNvSpPr/>
          <p:nvPr/>
        </p:nvSpPr>
        <p:spPr>
          <a:xfrm>
            <a:off x="6615567" y="2710066"/>
            <a:ext cx="3603279" cy="6699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Random Fact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B5D154-B379-6810-2EA8-2F5E65D77D8D}"/>
              </a:ext>
            </a:extLst>
          </p:cNvPr>
          <p:cNvSpPr txBox="1"/>
          <p:nvPr/>
        </p:nvSpPr>
        <p:spPr>
          <a:xfrm>
            <a:off x="724277" y="4334750"/>
            <a:ext cx="44814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Where to Spend Your Time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4B9E4F-3E9B-2139-FF25-4C2C566FFB66}"/>
              </a:ext>
            </a:extLst>
          </p:cNvPr>
          <p:cNvCxnSpPr/>
          <p:nvPr/>
        </p:nvCxnSpPr>
        <p:spPr>
          <a:xfrm>
            <a:off x="54321" y="4028792"/>
            <a:ext cx="121799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2B154B-A36B-B0A6-74A9-5B7D8B578A27}"/>
              </a:ext>
            </a:extLst>
          </p:cNvPr>
          <p:cNvSpPr/>
          <p:nvPr/>
        </p:nvSpPr>
        <p:spPr>
          <a:xfrm>
            <a:off x="896293" y="5024673"/>
            <a:ext cx="3458424" cy="7514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A81C166-D4E0-658A-B3CF-819A7C68BE0D}"/>
              </a:ext>
            </a:extLst>
          </p:cNvPr>
          <p:cNvSpPr/>
          <p:nvPr/>
        </p:nvSpPr>
        <p:spPr>
          <a:xfrm>
            <a:off x="4659517" y="5039432"/>
            <a:ext cx="3458424" cy="75143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9FCB800-5E44-D7D8-D214-1A8852169134}"/>
              </a:ext>
            </a:extLst>
          </p:cNvPr>
          <p:cNvSpPr/>
          <p:nvPr/>
        </p:nvSpPr>
        <p:spPr>
          <a:xfrm>
            <a:off x="8473539" y="5039432"/>
            <a:ext cx="3458424" cy="75143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25183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2092A-6878-0020-D55D-A607A69C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8905CC6-BD41-99A2-AE60-B365FF5AD0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065276"/>
              </p:ext>
            </p:extLst>
          </p:nvPr>
        </p:nvGraphicFramePr>
        <p:xfrm>
          <a:off x="2274431" y="3429000"/>
          <a:ext cx="7643137" cy="2335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120246-FB63-92D9-E51E-8B48CE1334A8}"/>
              </a:ext>
            </a:extLst>
          </p:cNvPr>
          <p:cNvSpPr txBox="1"/>
          <p:nvPr/>
        </p:nvSpPr>
        <p:spPr>
          <a:xfrm>
            <a:off x="1" y="611108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@2026 Student Prototype</a:t>
            </a:r>
          </a:p>
          <a:p>
            <a:pPr algn="ctr"/>
            <a:r>
              <a:rPr lang="en-US" b="1" dirty="0"/>
              <a:t>All Rights Reserved.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6BC44F-FE43-004B-4F2A-3D676215980B}"/>
              </a:ext>
            </a:extLst>
          </p:cNvPr>
          <p:cNvSpPr txBox="1"/>
          <p:nvPr/>
        </p:nvSpPr>
        <p:spPr>
          <a:xfrm>
            <a:off x="108642" y="192912"/>
            <a:ext cx="1208335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Taniti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Island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FD5EF-E240-43DC-3C07-F102393ACF83}"/>
              </a:ext>
            </a:extLst>
          </p:cNvPr>
          <p:cNvSpPr/>
          <p:nvPr/>
        </p:nvSpPr>
        <p:spPr>
          <a:xfrm>
            <a:off x="5749956" y="231328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8B09AB-3A63-5A8E-61B6-835317CF2609}"/>
              </a:ext>
            </a:extLst>
          </p:cNvPr>
          <p:cNvSpPr/>
          <p:nvPr/>
        </p:nvSpPr>
        <p:spPr>
          <a:xfrm>
            <a:off x="6943001" y="231328"/>
            <a:ext cx="106076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Things to 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F6CB5F-F103-4BD5-9838-BE70D3B7DAE9}"/>
              </a:ext>
            </a:extLst>
          </p:cNvPr>
          <p:cNvSpPr/>
          <p:nvPr/>
        </p:nvSpPr>
        <p:spPr>
          <a:xfrm>
            <a:off x="8331200" y="212120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 to stay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419ADA-D386-FD92-0473-E863D58E36A7}"/>
              </a:ext>
            </a:extLst>
          </p:cNvPr>
          <p:cNvSpPr/>
          <p:nvPr/>
        </p:nvSpPr>
        <p:spPr>
          <a:xfrm>
            <a:off x="9524245" y="181352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Transportation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4B14D-0050-754F-CEFD-C33994486DFF}"/>
              </a:ext>
            </a:extLst>
          </p:cNvPr>
          <p:cNvSpPr/>
          <p:nvPr/>
        </p:nvSpPr>
        <p:spPr>
          <a:xfrm>
            <a:off x="10717290" y="181352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 a trip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E112F3-9C40-EC09-32A9-FD255D017862}"/>
              </a:ext>
            </a:extLst>
          </p:cNvPr>
          <p:cNvSpPr txBox="1"/>
          <p:nvPr/>
        </p:nvSpPr>
        <p:spPr>
          <a:xfrm>
            <a:off x="796705" y="1294646"/>
            <a:ext cx="239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Popular Attractions</a:t>
            </a:r>
          </a:p>
        </p:txBody>
      </p:sp>
    </p:spTree>
    <p:extLst>
      <p:ext uri="{BB962C8B-B14F-4D97-AF65-F5344CB8AC3E}">
        <p14:creationId xmlns:p14="http://schemas.microsoft.com/office/powerpoint/2010/main" val="2062146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C2F2-235B-B9E0-136D-A6322F1B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CD55BC9-D04F-ED81-7C5E-F70E88056A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848547"/>
              </p:ext>
            </p:extLst>
          </p:nvPr>
        </p:nvGraphicFramePr>
        <p:xfrm>
          <a:off x="2165789" y="2394116"/>
          <a:ext cx="7643137" cy="2335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EF8FF1-8AFA-6D72-5B54-EFEF6C4E9A09}"/>
              </a:ext>
            </a:extLst>
          </p:cNvPr>
          <p:cNvSpPr txBox="1"/>
          <p:nvPr/>
        </p:nvSpPr>
        <p:spPr>
          <a:xfrm>
            <a:off x="1" y="611108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@2026 Student Prototype</a:t>
            </a:r>
          </a:p>
          <a:p>
            <a:pPr algn="ctr"/>
            <a:r>
              <a:rPr lang="en-US" b="1" dirty="0"/>
              <a:t>All Rights Reserved.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FF1A2-95E8-BCFE-89CE-3E9AF0EE166F}"/>
              </a:ext>
            </a:extLst>
          </p:cNvPr>
          <p:cNvSpPr txBox="1"/>
          <p:nvPr/>
        </p:nvSpPr>
        <p:spPr>
          <a:xfrm>
            <a:off x="108642" y="192913"/>
            <a:ext cx="1208335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Taniti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Island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4F130-2546-BDFB-477F-24BED728028C}"/>
              </a:ext>
            </a:extLst>
          </p:cNvPr>
          <p:cNvSpPr/>
          <p:nvPr/>
        </p:nvSpPr>
        <p:spPr>
          <a:xfrm>
            <a:off x="5746434" y="19291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F4A58D-2673-0C9F-F335-B58B7B281F22}"/>
              </a:ext>
            </a:extLst>
          </p:cNvPr>
          <p:cNvSpPr/>
          <p:nvPr/>
        </p:nvSpPr>
        <p:spPr>
          <a:xfrm>
            <a:off x="6939479" y="187740"/>
            <a:ext cx="106076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Things to 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CD5460-CE32-FB83-B94F-758564C85327}"/>
              </a:ext>
            </a:extLst>
          </p:cNvPr>
          <p:cNvSpPr/>
          <p:nvPr/>
        </p:nvSpPr>
        <p:spPr>
          <a:xfrm>
            <a:off x="8299512" y="187740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 to stay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8E6FF7-4C27-9E3C-965B-19A39BEB5CD0}"/>
              </a:ext>
            </a:extLst>
          </p:cNvPr>
          <p:cNvSpPr/>
          <p:nvPr/>
        </p:nvSpPr>
        <p:spPr>
          <a:xfrm>
            <a:off x="9513180" y="176945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Transportation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F0B2E6-DB13-E86A-4A2F-5167F7651BB7}"/>
              </a:ext>
            </a:extLst>
          </p:cNvPr>
          <p:cNvSpPr/>
          <p:nvPr/>
        </p:nvSpPr>
        <p:spPr>
          <a:xfrm>
            <a:off x="10726848" y="176945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 a trip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CA3550-B2E8-AF69-0A7A-F5BE124C0A6C}"/>
              </a:ext>
            </a:extLst>
          </p:cNvPr>
          <p:cNvSpPr txBox="1"/>
          <p:nvPr/>
        </p:nvSpPr>
        <p:spPr>
          <a:xfrm>
            <a:off x="769545" y="1294646"/>
            <a:ext cx="239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to stay</a:t>
            </a:r>
          </a:p>
        </p:txBody>
      </p:sp>
    </p:spTree>
    <p:extLst>
      <p:ext uri="{BB962C8B-B14F-4D97-AF65-F5344CB8AC3E}">
        <p14:creationId xmlns:p14="http://schemas.microsoft.com/office/powerpoint/2010/main" val="333014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E55B-5E20-27D0-499C-8C638A48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C244627-9333-A48A-EEC2-8479C29E3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721442"/>
              </p:ext>
            </p:extLst>
          </p:nvPr>
        </p:nvGraphicFramePr>
        <p:xfrm>
          <a:off x="2120522" y="1463797"/>
          <a:ext cx="7643137" cy="1182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FCCE7B-4017-EF57-C876-C48AA05E88D9}"/>
              </a:ext>
            </a:extLst>
          </p:cNvPr>
          <p:cNvSpPr txBox="1"/>
          <p:nvPr/>
        </p:nvSpPr>
        <p:spPr>
          <a:xfrm>
            <a:off x="1" y="611108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@2026 Student Prototype</a:t>
            </a:r>
          </a:p>
          <a:p>
            <a:pPr algn="ctr"/>
            <a:r>
              <a:rPr lang="en-US" b="1" dirty="0"/>
              <a:t>All Rights Reserved.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41949-B604-73EA-A080-05725918B725}"/>
              </a:ext>
            </a:extLst>
          </p:cNvPr>
          <p:cNvSpPr txBox="1"/>
          <p:nvPr/>
        </p:nvSpPr>
        <p:spPr>
          <a:xfrm>
            <a:off x="108642" y="192913"/>
            <a:ext cx="1208335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Taniti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Island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322A5-8393-343A-7385-F188CA0EAAE9}"/>
              </a:ext>
            </a:extLst>
          </p:cNvPr>
          <p:cNvSpPr/>
          <p:nvPr/>
        </p:nvSpPr>
        <p:spPr>
          <a:xfrm>
            <a:off x="5746434" y="19291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80CBC-B987-24C3-D3E5-7363350AC38F}"/>
              </a:ext>
            </a:extLst>
          </p:cNvPr>
          <p:cNvSpPr/>
          <p:nvPr/>
        </p:nvSpPr>
        <p:spPr>
          <a:xfrm>
            <a:off x="6939479" y="187740"/>
            <a:ext cx="106076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Things to 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397B6-7389-781F-7178-445A5D664BBF}"/>
              </a:ext>
            </a:extLst>
          </p:cNvPr>
          <p:cNvSpPr/>
          <p:nvPr/>
        </p:nvSpPr>
        <p:spPr>
          <a:xfrm>
            <a:off x="8299512" y="187740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 to stay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7590AC-C47C-04D0-54B5-F18473AE25CA}"/>
              </a:ext>
            </a:extLst>
          </p:cNvPr>
          <p:cNvSpPr/>
          <p:nvPr/>
        </p:nvSpPr>
        <p:spPr>
          <a:xfrm>
            <a:off x="9513180" y="176945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Transportation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350CC7-311A-770F-2B16-A9400DB63D63}"/>
              </a:ext>
            </a:extLst>
          </p:cNvPr>
          <p:cNvSpPr/>
          <p:nvPr/>
        </p:nvSpPr>
        <p:spPr>
          <a:xfrm>
            <a:off x="10726848" y="176945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 a trip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A0D1D-808E-8105-430A-53E99000C6DA}"/>
              </a:ext>
            </a:extLst>
          </p:cNvPr>
          <p:cNvSpPr txBox="1"/>
          <p:nvPr/>
        </p:nvSpPr>
        <p:spPr>
          <a:xfrm>
            <a:off x="398353" y="828355"/>
            <a:ext cx="239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Getting to </a:t>
            </a:r>
            <a:r>
              <a:rPr lang="en-US" dirty="0" err="1"/>
              <a:t>Taniti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FAE426-78DC-C976-4700-CBFD61203804}"/>
              </a:ext>
            </a:extLst>
          </p:cNvPr>
          <p:cNvSpPr txBox="1"/>
          <p:nvPr/>
        </p:nvSpPr>
        <p:spPr>
          <a:xfrm>
            <a:off x="398353" y="3469722"/>
            <a:ext cx="192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Getting Around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4703948-E2BA-95D8-A93C-A8B29A99F9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561656"/>
              </p:ext>
            </p:extLst>
          </p:nvPr>
        </p:nvGraphicFramePr>
        <p:xfrm>
          <a:off x="1924865" y="4288471"/>
          <a:ext cx="7643137" cy="1182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56568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2CCB-BBF7-FA55-E10E-A33E3B18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9B94C3-0342-D1F6-EB37-48A744A3687B}"/>
              </a:ext>
            </a:extLst>
          </p:cNvPr>
          <p:cNvSpPr txBox="1"/>
          <p:nvPr/>
        </p:nvSpPr>
        <p:spPr>
          <a:xfrm>
            <a:off x="1" y="611108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@2026 Student Prototype</a:t>
            </a:r>
          </a:p>
          <a:p>
            <a:pPr algn="ctr"/>
            <a:r>
              <a:rPr lang="en-US" b="1" dirty="0"/>
              <a:t>All Rights Reserved.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A6DE7F-1152-60BB-D5CD-1FE275665E38}"/>
              </a:ext>
            </a:extLst>
          </p:cNvPr>
          <p:cNvSpPr txBox="1"/>
          <p:nvPr/>
        </p:nvSpPr>
        <p:spPr>
          <a:xfrm>
            <a:off x="108642" y="192913"/>
            <a:ext cx="1208335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Taniti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Island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B0900A-D857-9D98-46CF-7C39AB30EE30}"/>
              </a:ext>
            </a:extLst>
          </p:cNvPr>
          <p:cNvSpPr/>
          <p:nvPr/>
        </p:nvSpPr>
        <p:spPr>
          <a:xfrm>
            <a:off x="5746434" y="192913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3104A2-68D2-FDC7-234C-1B1678071E4E}"/>
              </a:ext>
            </a:extLst>
          </p:cNvPr>
          <p:cNvSpPr/>
          <p:nvPr/>
        </p:nvSpPr>
        <p:spPr>
          <a:xfrm>
            <a:off x="6939479" y="187740"/>
            <a:ext cx="1060765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Things to 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6628CC-924B-7C75-263A-03A33343C0E8}"/>
              </a:ext>
            </a:extLst>
          </p:cNvPr>
          <p:cNvSpPr/>
          <p:nvPr/>
        </p:nvSpPr>
        <p:spPr>
          <a:xfrm>
            <a:off x="8299512" y="187740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 to stay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29CC4F-4002-3860-386F-92D3247DF661}"/>
              </a:ext>
            </a:extLst>
          </p:cNvPr>
          <p:cNvSpPr/>
          <p:nvPr/>
        </p:nvSpPr>
        <p:spPr>
          <a:xfrm>
            <a:off x="9513180" y="176945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Transportation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E081D-A6E7-E952-69E5-078DAFA51F77}"/>
              </a:ext>
            </a:extLst>
          </p:cNvPr>
          <p:cNvSpPr/>
          <p:nvPr/>
        </p:nvSpPr>
        <p:spPr>
          <a:xfrm>
            <a:off x="10726848" y="176945"/>
            <a:ext cx="91440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 a trip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E4770-5D94-64DD-6487-13B454C93DD7}"/>
              </a:ext>
            </a:extLst>
          </p:cNvPr>
          <p:cNvSpPr txBox="1"/>
          <p:nvPr/>
        </p:nvSpPr>
        <p:spPr>
          <a:xfrm>
            <a:off x="1032095" y="1267485"/>
            <a:ext cx="35489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 Your Trip:</a:t>
            </a:r>
          </a:p>
          <a:p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36DFC8-8573-E6E4-1AEB-7036791CBEAC}"/>
              </a:ext>
            </a:extLst>
          </p:cNvPr>
          <p:cNvSpPr/>
          <p:nvPr/>
        </p:nvSpPr>
        <p:spPr>
          <a:xfrm>
            <a:off x="6096000" y="1720158"/>
            <a:ext cx="4071042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Full Name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157C1C-8884-2351-5E96-5700F20B3468}"/>
              </a:ext>
            </a:extLst>
          </p:cNvPr>
          <p:cNvSpPr/>
          <p:nvPr/>
        </p:nvSpPr>
        <p:spPr>
          <a:xfrm>
            <a:off x="6096000" y="2198539"/>
            <a:ext cx="4071042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Email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C354C4-FCF3-6D20-AAD1-D5254A627B5B}"/>
              </a:ext>
            </a:extLst>
          </p:cNvPr>
          <p:cNvSpPr/>
          <p:nvPr/>
        </p:nvSpPr>
        <p:spPr>
          <a:xfrm>
            <a:off x="6096000" y="2849050"/>
            <a:ext cx="190424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Arrival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CC3A0B2-0290-C269-5E2B-59BF569B0EA0}"/>
              </a:ext>
            </a:extLst>
          </p:cNvPr>
          <p:cNvSpPr/>
          <p:nvPr/>
        </p:nvSpPr>
        <p:spPr>
          <a:xfrm>
            <a:off x="8175279" y="2849050"/>
            <a:ext cx="19917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Departure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7D0DD2-B58F-CDC7-E98E-BC1B175F7E25}"/>
              </a:ext>
            </a:extLst>
          </p:cNvPr>
          <p:cNvSpPr/>
          <p:nvPr/>
        </p:nvSpPr>
        <p:spPr>
          <a:xfrm>
            <a:off x="6096000" y="3454953"/>
            <a:ext cx="190424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Location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B4AE493-87FA-A874-AC3C-40632877E704}"/>
              </a:ext>
            </a:extLst>
          </p:cNvPr>
          <p:cNvSpPr/>
          <p:nvPr/>
        </p:nvSpPr>
        <p:spPr>
          <a:xfrm>
            <a:off x="8175279" y="3454953"/>
            <a:ext cx="1991763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Guests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24782A-12F3-EB21-E323-E17930068877}"/>
              </a:ext>
            </a:extLst>
          </p:cNvPr>
          <p:cNvSpPr/>
          <p:nvPr/>
        </p:nvSpPr>
        <p:spPr>
          <a:xfrm>
            <a:off x="6096000" y="4154814"/>
            <a:ext cx="1904244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Submit Button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5FFC145-CBD4-16AC-2721-7504F8A3A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95" y="2581282"/>
            <a:ext cx="4073075" cy="227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051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263</Words>
  <Application>Microsoft Office PowerPoint</Application>
  <PresentationFormat>Widescreen</PresentationFormat>
  <Paragraphs>98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Flowers</dc:creator>
  <cp:lastModifiedBy>Jordan Flowers</cp:lastModifiedBy>
  <cp:revision>2</cp:revision>
  <dcterms:created xsi:type="dcterms:W3CDTF">2026-10-14T21:33:29Z</dcterms:created>
  <dcterms:modified xsi:type="dcterms:W3CDTF">2026-10-20T19:21:25Z</dcterms:modified>
</cp:coreProperties>
</file>